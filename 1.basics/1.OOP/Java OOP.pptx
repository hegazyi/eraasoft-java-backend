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6" r:id="rId5"/>
    <p:sldId id="286" r:id="rId6"/>
    <p:sldId id="289" r:id="rId7"/>
    <p:sldId id="297" r:id="rId8"/>
    <p:sldId id="290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29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>
        <p:scale>
          <a:sx n="66" d="100"/>
          <a:sy n="66" d="100"/>
        </p:scale>
        <p:origin x="1330" y="619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C5636F-1451-4870-B058-A535FDE747A8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97CFC53-3EFE-4924-AD7C-729E6D6BD365}">
      <dgm:prSet/>
      <dgm:spPr/>
      <dgm:t>
        <a:bodyPr/>
        <a:lstStyle/>
        <a:p>
          <a:r>
            <a:rPr lang="en-US" b="1" dirty="0"/>
            <a:t>OOP (Object-Oriented Programming)</a:t>
          </a:r>
          <a:r>
            <a:rPr lang="en-US" dirty="0"/>
            <a:t> is a programming paradigm that organizes software design around </a:t>
          </a:r>
          <a:r>
            <a:rPr lang="en-US" b="1" dirty="0"/>
            <a:t>objects</a:t>
          </a:r>
          <a:r>
            <a:rPr lang="en-US" dirty="0"/>
            <a:t> rather than functions or logic.</a:t>
          </a:r>
        </a:p>
      </dgm:t>
    </dgm:pt>
    <dgm:pt modelId="{907FEE12-0124-4528-B988-007F044D9E9F}" type="parTrans" cxnId="{DAC8DF7B-4F84-46F7-8A13-DE94E2985905}">
      <dgm:prSet/>
      <dgm:spPr/>
      <dgm:t>
        <a:bodyPr/>
        <a:lstStyle/>
        <a:p>
          <a:endParaRPr lang="en-US"/>
        </a:p>
      </dgm:t>
    </dgm:pt>
    <dgm:pt modelId="{CFA16667-8821-4BB7-9759-FF315C7334F4}" type="sibTrans" cxnId="{DAC8DF7B-4F84-46F7-8A13-DE94E2985905}">
      <dgm:prSet/>
      <dgm:spPr/>
      <dgm:t>
        <a:bodyPr/>
        <a:lstStyle/>
        <a:p>
          <a:endParaRPr lang="en-US"/>
        </a:p>
      </dgm:t>
    </dgm:pt>
    <dgm:pt modelId="{34035BF8-A643-4807-8A0D-5DE766370B5C}">
      <dgm:prSet/>
      <dgm:spPr/>
      <dgm:t>
        <a:bodyPr/>
        <a:lstStyle/>
        <a:p>
          <a:r>
            <a:rPr lang="en-US"/>
            <a:t>In </a:t>
          </a:r>
          <a:r>
            <a:rPr lang="en-US" b="1"/>
            <a:t>Java</a:t>
          </a:r>
          <a:r>
            <a:rPr lang="en-US"/>
            <a:t>, OOP is the core concept, which allows developers to model real-world entities and their interactions in a program.</a:t>
          </a:r>
        </a:p>
      </dgm:t>
    </dgm:pt>
    <dgm:pt modelId="{ED8AD0BC-9419-4455-B8D8-1AA4C33AD904}" type="parTrans" cxnId="{2EB7EF54-A1E8-43DE-BC5E-4025E74259A7}">
      <dgm:prSet/>
      <dgm:spPr/>
      <dgm:t>
        <a:bodyPr/>
        <a:lstStyle/>
        <a:p>
          <a:endParaRPr lang="en-US"/>
        </a:p>
      </dgm:t>
    </dgm:pt>
    <dgm:pt modelId="{9647568F-9BAB-4E87-B32A-E3BBBBB85F69}" type="sibTrans" cxnId="{2EB7EF54-A1E8-43DE-BC5E-4025E74259A7}">
      <dgm:prSet/>
      <dgm:spPr/>
      <dgm:t>
        <a:bodyPr/>
        <a:lstStyle/>
        <a:p>
          <a:endParaRPr lang="en-US"/>
        </a:p>
      </dgm:t>
    </dgm:pt>
    <dgm:pt modelId="{B20FC91D-27AA-4DCA-BDD0-BB0A69347F8E}">
      <dgm:prSet/>
      <dgm:spPr/>
      <dgm:t>
        <a:bodyPr/>
        <a:lstStyle/>
        <a:p>
          <a:r>
            <a:rPr lang="en-US"/>
            <a:t>Java OOP focuses on </a:t>
          </a:r>
          <a:r>
            <a:rPr lang="en-US" b="1"/>
            <a:t>encapsulation, inheritance, polymorphism, and abstraction</a:t>
          </a:r>
          <a:r>
            <a:rPr lang="en-US"/>
            <a:t>, making code </a:t>
          </a:r>
          <a:r>
            <a:rPr lang="en-US" b="1"/>
            <a:t>reusable, modular, and easier to maintain</a:t>
          </a:r>
          <a:r>
            <a:rPr lang="en-US"/>
            <a:t>.</a:t>
          </a:r>
        </a:p>
      </dgm:t>
    </dgm:pt>
    <dgm:pt modelId="{7518AA93-5A6E-4CC4-BD9B-DD2A634C79E5}" type="parTrans" cxnId="{C676DF9D-2F72-44C2-A471-C03F6AF1134F}">
      <dgm:prSet/>
      <dgm:spPr/>
      <dgm:t>
        <a:bodyPr/>
        <a:lstStyle/>
        <a:p>
          <a:endParaRPr lang="en-US"/>
        </a:p>
      </dgm:t>
    </dgm:pt>
    <dgm:pt modelId="{7843CAFF-0C04-4B36-9283-B66A4F2C56E3}" type="sibTrans" cxnId="{C676DF9D-2F72-44C2-A471-C03F6AF1134F}">
      <dgm:prSet/>
      <dgm:spPr/>
      <dgm:t>
        <a:bodyPr/>
        <a:lstStyle/>
        <a:p>
          <a:endParaRPr lang="en-US"/>
        </a:p>
      </dgm:t>
    </dgm:pt>
    <dgm:pt modelId="{785A25AC-159B-414B-AF86-E4226F17D37E}" type="pres">
      <dgm:prSet presAssocID="{5AC5636F-1451-4870-B058-A535FDE747A8}" presName="root" presStyleCnt="0">
        <dgm:presLayoutVars>
          <dgm:dir/>
          <dgm:resizeHandles val="exact"/>
        </dgm:presLayoutVars>
      </dgm:prSet>
      <dgm:spPr/>
    </dgm:pt>
    <dgm:pt modelId="{61097F42-D0C6-4017-A84B-1840F7F1CA54}" type="pres">
      <dgm:prSet presAssocID="{397CFC53-3EFE-4924-AD7C-729E6D6BD365}" presName="compNode" presStyleCnt="0"/>
      <dgm:spPr/>
    </dgm:pt>
    <dgm:pt modelId="{C5F4EEDF-F7C9-4537-80BA-6540BAC7ECFE}" type="pres">
      <dgm:prSet presAssocID="{397CFC53-3EFE-4924-AD7C-729E6D6BD3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E7760B1-539D-4CB4-A66F-709231AC0D7B}" type="pres">
      <dgm:prSet presAssocID="{397CFC53-3EFE-4924-AD7C-729E6D6BD365}" presName="spaceRect" presStyleCnt="0"/>
      <dgm:spPr/>
    </dgm:pt>
    <dgm:pt modelId="{04868EC5-03C4-4AA9-B878-B8CDC082DEE0}" type="pres">
      <dgm:prSet presAssocID="{397CFC53-3EFE-4924-AD7C-729E6D6BD365}" presName="textRect" presStyleLbl="revTx" presStyleIdx="0" presStyleCnt="3" custLinFactNeighborX="-902" custLinFactNeighborY="1396">
        <dgm:presLayoutVars>
          <dgm:chMax val="1"/>
          <dgm:chPref val="1"/>
        </dgm:presLayoutVars>
      </dgm:prSet>
      <dgm:spPr/>
    </dgm:pt>
    <dgm:pt modelId="{AD3A27C3-2F81-4BE1-8D86-91A3E49DC21B}" type="pres">
      <dgm:prSet presAssocID="{CFA16667-8821-4BB7-9759-FF315C7334F4}" presName="sibTrans" presStyleCnt="0"/>
      <dgm:spPr/>
    </dgm:pt>
    <dgm:pt modelId="{0E635766-CE66-44D2-8D74-07EA855E0016}" type="pres">
      <dgm:prSet presAssocID="{34035BF8-A643-4807-8A0D-5DE766370B5C}" presName="compNode" presStyleCnt="0"/>
      <dgm:spPr/>
    </dgm:pt>
    <dgm:pt modelId="{0891F2EB-36B6-41DF-A14A-C7AC4B0D3CA1}" type="pres">
      <dgm:prSet presAssocID="{34035BF8-A643-4807-8A0D-5DE766370B5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2203426-51AB-4255-A8B2-A2670A153965}" type="pres">
      <dgm:prSet presAssocID="{34035BF8-A643-4807-8A0D-5DE766370B5C}" presName="spaceRect" presStyleCnt="0"/>
      <dgm:spPr/>
    </dgm:pt>
    <dgm:pt modelId="{78E12A7A-0265-4DD6-AEFC-E7A8B83922AA}" type="pres">
      <dgm:prSet presAssocID="{34035BF8-A643-4807-8A0D-5DE766370B5C}" presName="textRect" presStyleLbl="revTx" presStyleIdx="1" presStyleCnt="3">
        <dgm:presLayoutVars>
          <dgm:chMax val="1"/>
          <dgm:chPref val="1"/>
        </dgm:presLayoutVars>
      </dgm:prSet>
      <dgm:spPr/>
    </dgm:pt>
    <dgm:pt modelId="{2DEF09DC-D16F-48B9-A1E5-A4C19728A230}" type="pres">
      <dgm:prSet presAssocID="{9647568F-9BAB-4E87-B32A-E3BBBBB85F69}" presName="sibTrans" presStyleCnt="0"/>
      <dgm:spPr/>
    </dgm:pt>
    <dgm:pt modelId="{03BFC511-D74B-4295-86FA-EF86463D0B9D}" type="pres">
      <dgm:prSet presAssocID="{B20FC91D-27AA-4DCA-BDD0-BB0A69347F8E}" presName="compNode" presStyleCnt="0"/>
      <dgm:spPr/>
    </dgm:pt>
    <dgm:pt modelId="{F1E72F84-A581-47AA-BAB2-ED07A5CEDEAA}" type="pres">
      <dgm:prSet presAssocID="{B20FC91D-27AA-4DCA-BDD0-BB0A69347F8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E0218A4-CD4F-4761-A89D-A82FF13F0498}" type="pres">
      <dgm:prSet presAssocID="{B20FC91D-27AA-4DCA-BDD0-BB0A69347F8E}" presName="spaceRect" presStyleCnt="0"/>
      <dgm:spPr/>
    </dgm:pt>
    <dgm:pt modelId="{927D0635-5559-493C-84B4-F4CBA20FC1D6}" type="pres">
      <dgm:prSet presAssocID="{B20FC91D-27AA-4DCA-BDD0-BB0A69347F8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8231338-241B-484C-AC3A-C602B1F4452D}" type="presOf" srcId="{397CFC53-3EFE-4924-AD7C-729E6D6BD365}" destId="{04868EC5-03C4-4AA9-B878-B8CDC082DEE0}" srcOrd="0" destOrd="0" presId="urn:microsoft.com/office/officeart/2018/2/layout/IconLabelList"/>
    <dgm:cxn modelId="{2EB7EF54-A1E8-43DE-BC5E-4025E74259A7}" srcId="{5AC5636F-1451-4870-B058-A535FDE747A8}" destId="{34035BF8-A643-4807-8A0D-5DE766370B5C}" srcOrd="1" destOrd="0" parTransId="{ED8AD0BC-9419-4455-B8D8-1AA4C33AD904}" sibTransId="{9647568F-9BAB-4E87-B32A-E3BBBBB85F69}"/>
    <dgm:cxn modelId="{3642EF5A-1EB2-48ED-B235-14BE2AB10E35}" type="presOf" srcId="{5AC5636F-1451-4870-B058-A535FDE747A8}" destId="{785A25AC-159B-414B-AF86-E4226F17D37E}" srcOrd="0" destOrd="0" presId="urn:microsoft.com/office/officeart/2018/2/layout/IconLabelList"/>
    <dgm:cxn modelId="{DAC8DF7B-4F84-46F7-8A13-DE94E2985905}" srcId="{5AC5636F-1451-4870-B058-A535FDE747A8}" destId="{397CFC53-3EFE-4924-AD7C-729E6D6BD365}" srcOrd="0" destOrd="0" parTransId="{907FEE12-0124-4528-B988-007F044D9E9F}" sibTransId="{CFA16667-8821-4BB7-9759-FF315C7334F4}"/>
    <dgm:cxn modelId="{C676DF9D-2F72-44C2-A471-C03F6AF1134F}" srcId="{5AC5636F-1451-4870-B058-A535FDE747A8}" destId="{B20FC91D-27AA-4DCA-BDD0-BB0A69347F8E}" srcOrd="2" destOrd="0" parTransId="{7518AA93-5A6E-4CC4-BD9B-DD2A634C79E5}" sibTransId="{7843CAFF-0C04-4B36-9283-B66A4F2C56E3}"/>
    <dgm:cxn modelId="{A64E9EA4-B292-4EF5-922A-76F0A36F0DB5}" type="presOf" srcId="{34035BF8-A643-4807-8A0D-5DE766370B5C}" destId="{78E12A7A-0265-4DD6-AEFC-E7A8B83922AA}" srcOrd="0" destOrd="0" presId="urn:microsoft.com/office/officeart/2018/2/layout/IconLabelList"/>
    <dgm:cxn modelId="{5EAD03D3-C801-4F89-81D8-1B629A055D61}" type="presOf" srcId="{B20FC91D-27AA-4DCA-BDD0-BB0A69347F8E}" destId="{927D0635-5559-493C-84B4-F4CBA20FC1D6}" srcOrd="0" destOrd="0" presId="urn:microsoft.com/office/officeart/2018/2/layout/IconLabelList"/>
    <dgm:cxn modelId="{B261F293-7082-4144-B5AD-AEBB1A9D728A}" type="presParOf" srcId="{785A25AC-159B-414B-AF86-E4226F17D37E}" destId="{61097F42-D0C6-4017-A84B-1840F7F1CA54}" srcOrd="0" destOrd="0" presId="urn:microsoft.com/office/officeart/2018/2/layout/IconLabelList"/>
    <dgm:cxn modelId="{A9CE9B61-D0BF-4ADD-97D9-7507FBA72D91}" type="presParOf" srcId="{61097F42-D0C6-4017-A84B-1840F7F1CA54}" destId="{C5F4EEDF-F7C9-4537-80BA-6540BAC7ECFE}" srcOrd="0" destOrd="0" presId="urn:microsoft.com/office/officeart/2018/2/layout/IconLabelList"/>
    <dgm:cxn modelId="{560436CB-9927-4485-AD93-A3037A78CDC3}" type="presParOf" srcId="{61097F42-D0C6-4017-A84B-1840F7F1CA54}" destId="{0E7760B1-539D-4CB4-A66F-709231AC0D7B}" srcOrd="1" destOrd="0" presId="urn:microsoft.com/office/officeart/2018/2/layout/IconLabelList"/>
    <dgm:cxn modelId="{AC8AA973-9AD5-46E9-9480-82B024A2CF4B}" type="presParOf" srcId="{61097F42-D0C6-4017-A84B-1840F7F1CA54}" destId="{04868EC5-03C4-4AA9-B878-B8CDC082DEE0}" srcOrd="2" destOrd="0" presId="urn:microsoft.com/office/officeart/2018/2/layout/IconLabelList"/>
    <dgm:cxn modelId="{359BBA58-C9C2-4069-9592-01E11079C5A2}" type="presParOf" srcId="{785A25AC-159B-414B-AF86-E4226F17D37E}" destId="{AD3A27C3-2F81-4BE1-8D86-91A3E49DC21B}" srcOrd="1" destOrd="0" presId="urn:microsoft.com/office/officeart/2018/2/layout/IconLabelList"/>
    <dgm:cxn modelId="{45CF42B7-1285-486A-AF5A-6C921A71A4E4}" type="presParOf" srcId="{785A25AC-159B-414B-AF86-E4226F17D37E}" destId="{0E635766-CE66-44D2-8D74-07EA855E0016}" srcOrd="2" destOrd="0" presId="urn:microsoft.com/office/officeart/2018/2/layout/IconLabelList"/>
    <dgm:cxn modelId="{0B7471D0-E459-4A32-B770-A019803026EE}" type="presParOf" srcId="{0E635766-CE66-44D2-8D74-07EA855E0016}" destId="{0891F2EB-36B6-41DF-A14A-C7AC4B0D3CA1}" srcOrd="0" destOrd="0" presId="urn:microsoft.com/office/officeart/2018/2/layout/IconLabelList"/>
    <dgm:cxn modelId="{271D181B-0A5A-4A2B-99B0-74370CBF19D7}" type="presParOf" srcId="{0E635766-CE66-44D2-8D74-07EA855E0016}" destId="{C2203426-51AB-4255-A8B2-A2670A153965}" srcOrd="1" destOrd="0" presId="urn:microsoft.com/office/officeart/2018/2/layout/IconLabelList"/>
    <dgm:cxn modelId="{E72058DC-C6CC-42B1-9E89-A7BFD1F5FF03}" type="presParOf" srcId="{0E635766-CE66-44D2-8D74-07EA855E0016}" destId="{78E12A7A-0265-4DD6-AEFC-E7A8B83922AA}" srcOrd="2" destOrd="0" presId="urn:microsoft.com/office/officeart/2018/2/layout/IconLabelList"/>
    <dgm:cxn modelId="{835606FD-A55F-4EA8-9400-3DC8124B9321}" type="presParOf" srcId="{785A25AC-159B-414B-AF86-E4226F17D37E}" destId="{2DEF09DC-D16F-48B9-A1E5-A4C19728A230}" srcOrd="3" destOrd="0" presId="urn:microsoft.com/office/officeart/2018/2/layout/IconLabelList"/>
    <dgm:cxn modelId="{37D72687-B440-4CDF-B8C5-024AC214E178}" type="presParOf" srcId="{785A25AC-159B-414B-AF86-E4226F17D37E}" destId="{03BFC511-D74B-4295-86FA-EF86463D0B9D}" srcOrd="4" destOrd="0" presId="urn:microsoft.com/office/officeart/2018/2/layout/IconLabelList"/>
    <dgm:cxn modelId="{72B8BE3A-F82E-42F8-9946-7EB9F864D2CF}" type="presParOf" srcId="{03BFC511-D74B-4295-86FA-EF86463D0B9D}" destId="{F1E72F84-A581-47AA-BAB2-ED07A5CEDEAA}" srcOrd="0" destOrd="0" presId="urn:microsoft.com/office/officeart/2018/2/layout/IconLabelList"/>
    <dgm:cxn modelId="{02C09349-CA36-486E-B8AA-0364274EDC50}" type="presParOf" srcId="{03BFC511-D74B-4295-86FA-EF86463D0B9D}" destId="{DE0218A4-CD4F-4761-A89D-A82FF13F0498}" srcOrd="1" destOrd="0" presId="urn:microsoft.com/office/officeart/2018/2/layout/IconLabelList"/>
    <dgm:cxn modelId="{31C5D007-7F1C-413A-815D-7C4322C81902}" type="presParOf" srcId="{03BFC511-D74B-4295-86FA-EF86463D0B9D}" destId="{927D0635-5559-493C-84B4-F4CBA20FC1D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271A59-1610-42A3-8607-EF7F467FC9CF}" type="doc">
      <dgm:prSet loTypeId="urn:microsoft.com/office/officeart/2005/8/layout/defaul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FE6EA22-F605-4CA7-B03D-569AE13BB7AD}">
      <dgm:prSet/>
      <dgm:spPr/>
      <dgm:t>
        <a:bodyPr/>
        <a:lstStyle/>
        <a:p>
          <a:r>
            <a:rPr lang="en-US"/>
            <a:t>Classes</a:t>
          </a:r>
        </a:p>
      </dgm:t>
    </dgm:pt>
    <dgm:pt modelId="{40F5E2B1-9288-4E6D-8AE1-25B468FD747A}" type="parTrans" cxnId="{9FD19AC2-1D20-4A32-AEB9-4466C380527A}">
      <dgm:prSet/>
      <dgm:spPr/>
      <dgm:t>
        <a:bodyPr/>
        <a:lstStyle/>
        <a:p>
          <a:endParaRPr lang="en-US"/>
        </a:p>
      </dgm:t>
    </dgm:pt>
    <dgm:pt modelId="{029BCEE9-9EB9-42C2-B6A5-5F281D1A82BF}" type="sibTrans" cxnId="{9FD19AC2-1D20-4A32-AEB9-4466C380527A}">
      <dgm:prSet/>
      <dgm:spPr/>
      <dgm:t>
        <a:bodyPr/>
        <a:lstStyle/>
        <a:p>
          <a:endParaRPr lang="en-US"/>
        </a:p>
      </dgm:t>
    </dgm:pt>
    <dgm:pt modelId="{3F0F7D39-5D8A-4B02-9143-770DB0384296}">
      <dgm:prSet/>
      <dgm:spPr/>
      <dgm:t>
        <a:bodyPr/>
        <a:lstStyle/>
        <a:p>
          <a:r>
            <a:rPr lang="en-US"/>
            <a:t>Objects</a:t>
          </a:r>
        </a:p>
      </dgm:t>
    </dgm:pt>
    <dgm:pt modelId="{5FD8D90E-2B3A-4B9D-AAEC-2AEF8E0032EA}" type="parTrans" cxnId="{5E3C677D-2C0D-4346-B6F3-8DC3FCF86FD4}">
      <dgm:prSet/>
      <dgm:spPr/>
      <dgm:t>
        <a:bodyPr/>
        <a:lstStyle/>
        <a:p>
          <a:endParaRPr lang="en-US"/>
        </a:p>
      </dgm:t>
    </dgm:pt>
    <dgm:pt modelId="{2E693C9D-5692-47F1-BADB-17BA0CCCEFEE}" type="sibTrans" cxnId="{5E3C677D-2C0D-4346-B6F3-8DC3FCF86FD4}">
      <dgm:prSet/>
      <dgm:spPr/>
      <dgm:t>
        <a:bodyPr/>
        <a:lstStyle/>
        <a:p>
          <a:endParaRPr lang="en-US"/>
        </a:p>
      </dgm:t>
    </dgm:pt>
    <dgm:pt modelId="{1CDE0E47-2A18-4518-B2DF-061A715EB8EF}">
      <dgm:prSet/>
      <dgm:spPr/>
      <dgm:t>
        <a:bodyPr/>
        <a:lstStyle/>
        <a:p>
          <a:r>
            <a:rPr lang="en-US"/>
            <a:t>Access Modifiers</a:t>
          </a:r>
        </a:p>
      </dgm:t>
    </dgm:pt>
    <dgm:pt modelId="{94420FF4-BE12-434E-B258-F701564F2FB1}" type="parTrans" cxnId="{33F17FBE-4485-43CB-9023-E3C950AA8045}">
      <dgm:prSet/>
      <dgm:spPr/>
      <dgm:t>
        <a:bodyPr/>
        <a:lstStyle/>
        <a:p>
          <a:endParaRPr lang="en-US"/>
        </a:p>
      </dgm:t>
    </dgm:pt>
    <dgm:pt modelId="{75C5E35B-9645-4B6B-9311-665BEDE40234}" type="sibTrans" cxnId="{33F17FBE-4485-43CB-9023-E3C950AA8045}">
      <dgm:prSet/>
      <dgm:spPr/>
      <dgm:t>
        <a:bodyPr/>
        <a:lstStyle/>
        <a:p>
          <a:endParaRPr lang="en-US"/>
        </a:p>
      </dgm:t>
    </dgm:pt>
    <dgm:pt modelId="{2DE71C54-E7EE-4BF8-BA32-BAF3996382B8}">
      <dgm:prSet/>
      <dgm:spPr/>
      <dgm:t>
        <a:bodyPr/>
        <a:lstStyle/>
        <a:p>
          <a:r>
            <a:rPr lang="en-US"/>
            <a:t>Encapsulation</a:t>
          </a:r>
        </a:p>
      </dgm:t>
    </dgm:pt>
    <dgm:pt modelId="{4A1CC4FA-3533-4199-920B-BC86ED0CE1ED}" type="parTrans" cxnId="{4471B114-8940-40DE-9DF4-CD61240E93C1}">
      <dgm:prSet/>
      <dgm:spPr/>
      <dgm:t>
        <a:bodyPr/>
        <a:lstStyle/>
        <a:p>
          <a:endParaRPr lang="en-US"/>
        </a:p>
      </dgm:t>
    </dgm:pt>
    <dgm:pt modelId="{47ACD5E8-512B-4F14-ADA3-08C59F7FEEA1}" type="sibTrans" cxnId="{4471B114-8940-40DE-9DF4-CD61240E93C1}">
      <dgm:prSet/>
      <dgm:spPr/>
      <dgm:t>
        <a:bodyPr/>
        <a:lstStyle/>
        <a:p>
          <a:endParaRPr lang="en-US"/>
        </a:p>
      </dgm:t>
    </dgm:pt>
    <dgm:pt modelId="{EE69F78A-A344-4B79-AD28-E96695D5ACCD}">
      <dgm:prSet/>
      <dgm:spPr/>
      <dgm:t>
        <a:bodyPr/>
        <a:lstStyle/>
        <a:p>
          <a:r>
            <a:rPr lang="en-US"/>
            <a:t>Inheritance</a:t>
          </a:r>
        </a:p>
      </dgm:t>
    </dgm:pt>
    <dgm:pt modelId="{7FAC0ABF-CC85-485C-86AB-6850FF25A76F}" type="parTrans" cxnId="{A097E919-C490-4715-BCF1-1C3EFEF74C1F}">
      <dgm:prSet/>
      <dgm:spPr/>
      <dgm:t>
        <a:bodyPr/>
        <a:lstStyle/>
        <a:p>
          <a:endParaRPr lang="en-US"/>
        </a:p>
      </dgm:t>
    </dgm:pt>
    <dgm:pt modelId="{5881EE70-26A5-490E-BDE3-D16D8EB7382E}" type="sibTrans" cxnId="{A097E919-C490-4715-BCF1-1C3EFEF74C1F}">
      <dgm:prSet/>
      <dgm:spPr/>
      <dgm:t>
        <a:bodyPr/>
        <a:lstStyle/>
        <a:p>
          <a:endParaRPr lang="en-US"/>
        </a:p>
      </dgm:t>
    </dgm:pt>
    <dgm:pt modelId="{D0B2558B-8BC6-4699-A6C8-CA2A5A735811}">
      <dgm:prSet/>
      <dgm:spPr/>
      <dgm:t>
        <a:bodyPr/>
        <a:lstStyle/>
        <a:p>
          <a:r>
            <a:rPr lang="en-US"/>
            <a:t>Polymorphism</a:t>
          </a:r>
        </a:p>
      </dgm:t>
    </dgm:pt>
    <dgm:pt modelId="{10A47792-977A-4090-BFC8-4D56679E4054}" type="parTrans" cxnId="{F3FEA3E8-AFBC-4206-AFD2-134DDE6F5826}">
      <dgm:prSet/>
      <dgm:spPr/>
      <dgm:t>
        <a:bodyPr/>
        <a:lstStyle/>
        <a:p>
          <a:endParaRPr lang="en-US"/>
        </a:p>
      </dgm:t>
    </dgm:pt>
    <dgm:pt modelId="{76214D39-3579-44ED-B17F-9E80E1D19910}" type="sibTrans" cxnId="{F3FEA3E8-AFBC-4206-AFD2-134DDE6F5826}">
      <dgm:prSet/>
      <dgm:spPr/>
      <dgm:t>
        <a:bodyPr/>
        <a:lstStyle/>
        <a:p>
          <a:endParaRPr lang="en-US"/>
        </a:p>
      </dgm:t>
    </dgm:pt>
    <dgm:pt modelId="{7AFA2B34-A2FE-44BB-8A17-E7FF2A08F162}">
      <dgm:prSet/>
      <dgm:spPr/>
      <dgm:t>
        <a:bodyPr/>
        <a:lstStyle/>
        <a:p>
          <a:r>
            <a:rPr lang="en-US"/>
            <a:t>Abstraction</a:t>
          </a:r>
        </a:p>
      </dgm:t>
    </dgm:pt>
    <dgm:pt modelId="{BEC3712E-5DC5-4833-8D25-5A38F16B6E1E}" type="parTrans" cxnId="{14C329E5-12CE-4CF8-B2EA-597907BECCA1}">
      <dgm:prSet/>
      <dgm:spPr/>
      <dgm:t>
        <a:bodyPr/>
        <a:lstStyle/>
        <a:p>
          <a:endParaRPr lang="en-US"/>
        </a:p>
      </dgm:t>
    </dgm:pt>
    <dgm:pt modelId="{02C8BA52-4BEE-4B5C-95E6-E54AC5DDE458}" type="sibTrans" cxnId="{14C329E5-12CE-4CF8-B2EA-597907BECCA1}">
      <dgm:prSet/>
      <dgm:spPr/>
      <dgm:t>
        <a:bodyPr/>
        <a:lstStyle/>
        <a:p>
          <a:endParaRPr lang="en-US"/>
        </a:p>
      </dgm:t>
    </dgm:pt>
    <dgm:pt modelId="{48C47120-41FF-4B31-A5C4-2FCD699C4D61}">
      <dgm:prSet/>
      <dgm:spPr/>
      <dgm:t>
        <a:bodyPr/>
        <a:lstStyle/>
        <a:p>
          <a:r>
            <a:rPr lang="en-US"/>
            <a:t>Interfaces</a:t>
          </a:r>
        </a:p>
      </dgm:t>
    </dgm:pt>
    <dgm:pt modelId="{F45524A6-9BC4-40AD-8D07-6D48D955B41B}" type="parTrans" cxnId="{96A60649-7106-4A81-B5C4-659C2DA7591C}">
      <dgm:prSet/>
      <dgm:spPr/>
      <dgm:t>
        <a:bodyPr/>
        <a:lstStyle/>
        <a:p>
          <a:endParaRPr lang="en-US"/>
        </a:p>
      </dgm:t>
    </dgm:pt>
    <dgm:pt modelId="{D80F412E-1146-43D5-B24D-99ABEB8E9285}" type="sibTrans" cxnId="{96A60649-7106-4A81-B5C4-659C2DA7591C}">
      <dgm:prSet/>
      <dgm:spPr/>
      <dgm:t>
        <a:bodyPr/>
        <a:lstStyle/>
        <a:p>
          <a:endParaRPr lang="en-US"/>
        </a:p>
      </dgm:t>
    </dgm:pt>
    <dgm:pt modelId="{DD14329E-FBFA-4032-A5AF-D6EA311D5407}">
      <dgm:prSet/>
      <dgm:spPr/>
      <dgm:t>
        <a:bodyPr/>
        <a:lstStyle/>
        <a:p>
          <a:r>
            <a:rPr lang="en-US" dirty="0"/>
            <a:t>Final Keyword</a:t>
          </a:r>
        </a:p>
      </dgm:t>
    </dgm:pt>
    <dgm:pt modelId="{FB1B7429-67BE-406C-8E95-C64CDF5FE51B}" type="parTrans" cxnId="{F855BEE7-5996-42A9-A0FD-65211D21FF53}">
      <dgm:prSet/>
      <dgm:spPr/>
      <dgm:t>
        <a:bodyPr/>
        <a:lstStyle/>
        <a:p>
          <a:endParaRPr lang="en-US"/>
        </a:p>
      </dgm:t>
    </dgm:pt>
    <dgm:pt modelId="{14D21E2E-DD78-4088-A017-5501C5AED698}" type="sibTrans" cxnId="{F855BEE7-5996-42A9-A0FD-65211D21FF53}">
      <dgm:prSet/>
      <dgm:spPr/>
      <dgm:t>
        <a:bodyPr/>
        <a:lstStyle/>
        <a:p>
          <a:endParaRPr lang="en-US"/>
        </a:p>
      </dgm:t>
    </dgm:pt>
    <dgm:pt modelId="{0796980E-A1F7-4646-BA43-94E2995D7B5B}" type="pres">
      <dgm:prSet presAssocID="{99271A59-1610-42A3-8607-EF7F467FC9CF}" presName="diagram" presStyleCnt="0">
        <dgm:presLayoutVars>
          <dgm:dir/>
          <dgm:resizeHandles val="exact"/>
        </dgm:presLayoutVars>
      </dgm:prSet>
      <dgm:spPr/>
    </dgm:pt>
    <dgm:pt modelId="{3A6DFB34-6166-4707-AEE8-D34141886A56}" type="pres">
      <dgm:prSet presAssocID="{3FE6EA22-F605-4CA7-B03D-569AE13BB7AD}" presName="node" presStyleLbl="node1" presStyleIdx="0" presStyleCnt="9">
        <dgm:presLayoutVars>
          <dgm:bulletEnabled val="1"/>
        </dgm:presLayoutVars>
      </dgm:prSet>
      <dgm:spPr/>
    </dgm:pt>
    <dgm:pt modelId="{CF2B0792-1BB0-47E3-A99C-1B2A96504370}" type="pres">
      <dgm:prSet presAssocID="{029BCEE9-9EB9-42C2-B6A5-5F281D1A82BF}" presName="sibTrans" presStyleCnt="0"/>
      <dgm:spPr/>
    </dgm:pt>
    <dgm:pt modelId="{B392B05C-9606-4516-A2B3-FBAEAA9AB2ED}" type="pres">
      <dgm:prSet presAssocID="{3F0F7D39-5D8A-4B02-9143-770DB0384296}" presName="node" presStyleLbl="node1" presStyleIdx="1" presStyleCnt="9">
        <dgm:presLayoutVars>
          <dgm:bulletEnabled val="1"/>
        </dgm:presLayoutVars>
      </dgm:prSet>
      <dgm:spPr/>
    </dgm:pt>
    <dgm:pt modelId="{0F2022BF-BED2-460D-86DF-2E0C91CA787C}" type="pres">
      <dgm:prSet presAssocID="{2E693C9D-5692-47F1-BADB-17BA0CCCEFEE}" presName="sibTrans" presStyleCnt="0"/>
      <dgm:spPr/>
    </dgm:pt>
    <dgm:pt modelId="{87E2BAC5-2818-47C7-9854-02410893DB43}" type="pres">
      <dgm:prSet presAssocID="{1CDE0E47-2A18-4518-B2DF-061A715EB8EF}" presName="node" presStyleLbl="node1" presStyleIdx="2" presStyleCnt="9">
        <dgm:presLayoutVars>
          <dgm:bulletEnabled val="1"/>
        </dgm:presLayoutVars>
      </dgm:prSet>
      <dgm:spPr/>
    </dgm:pt>
    <dgm:pt modelId="{11D00584-A958-48FF-82D2-276AA2DD7018}" type="pres">
      <dgm:prSet presAssocID="{75C5E35B-9645-4B6B-9311-665BEDE40234}" presName="sibTrans" presStyleCnt="0"/>
      <dgm:spPr/>
    </dgm:pt>
    <dgm:pt modelId="{019B225A-E26C-4F5D-89CF-81E3DB889B2E}" type="pres">
      <dgm:prSet presAssocID="{2DE71C54-E7EE-4BF8-BA32-BAF3996382B8}" presName="node" presStyleLbl="node1" presStyleIdx="3" presStyleCnt="9">
        <dgm:presLayoutVars>
          <dgm:bulletEnabled val="1"/>
        </dgm:presLayoutVars>
      </dgm:prSet>
      <dgm:spPr/>
    </dgm:pt>
    <dgm:pt modelId="{66CD0064-B556-4002-9C55-A79BDC19EC05}" type="pres">
      <dgm:prSet presAssocID="{47ACD5E8-512B-4F14-ADA3-08C59F7FEEA1}" presName="sibTrans" presStyleCnt="0"/>
      <dgm:spPr/>
    </dgm:pt>
    <dgm:pt modelId="{B040906F-36E7-4DD7-AA68-C63FD803BC8D}" type="pres">
      <dgm:prSet presAssocID="{EE69F78A-A344-4B79-AD28-E96695D5ACCD}" presName="node" presStyleLbl="node1" presStyleIdx="4" presStyleCnt="9">
        <dgm:presLayoutVars>
          <dgm:bulletEnabled val="1"/>
        </dgm:presLayoutVars>
      </dgm:prSet>
      <dgm:spPr/>
    </dgm:pt>
    <dgm:pt modelId="{25F03EDB-B423-4729-ADA7-595F42289E28}" type="pres">
      <dgm:prSet presAssocID="{5881EE70-26A5-490E-BDE3-D16D8EB7382E}" presName="sibTrans" presStyleCnt="0"/>
      <dgm:spPr/>
    </dgm:pt>
    <dgm:pt modelId="{944E9E60-A875-4A79-BC72-E59A5B567959}" type="pres">
      <dgm:prSet presAssocID="{D0B2558B-8BC6-4699-A6C8-CA2A5A735811}" presName="node" presStyleLbl="node1" presStyleIdx="5" presStyleCnt="9">
        <dgm:presLayoutVars>
          <dgm:bulletEnabled val="1"/>
        </dgm:presLayoutVars>
      </dgm:prSet>
      <dgm:spPr/>
    </dgm:pt>
    <dgm:pt modelId="{037BF0FC-4EDC-4F15-B93C-B6FBB3895545}" type="pres">
      <dgm:prSet presAssocID="{76214D39-3579-44ED-B17F-9E80E1D19910}" presName="sibTrans" presStyleCnt="0"/>
      <dgm:spPr/>
    </dgm:pt>
    <dgm:pt modelId="{B7732FBE-0DF7-44F1-A158-44FAB1C50321}" type="pres">
      <dgm:prSet presAssocID="{7AFA2B34-A2FE-44BB-8A17-E7FF2A08F162}" presName="node" presStyleLbl="node1" presStyleIdx="6" presStyleCnt="9">
        <dgm:presLayoutVars>
          <dgm:bulletEnabled val="1"/>
        </dgm:presLayoutVars>
      </dgm:prSet>
      <dgm:spPr/>
    </dgm:pt>
    <dgm:pt modelId="{5A11585E-3C15-4130-8BA2-DD3BC6F13678}" type="pres">
      <dgm:prSet presAssocID="{02C8BA52-4BEE-4B5C-95E6-E54AC5DDE458}" presName="sibTrans" presStyleCnt="0"/>
      <dgm:spPr/>
    </dgm:pt>
    <dgm:pt modelId="{CEEDFBE5-99DD-46EB-BB86-4C520DAEE9FA}" type="pres">
      <dgm:prSet presAssocID="{48C47120-41FF-4B31-A5C4-2FCD699C4D61}" presName="node" presStyleLbl="node1" presStyleIdx="7" presStyleCnt="9">
        <dgm:presLayoutVars>
          <dgm:bulletEnabled val="1"/>
        </dgm:presLayoutVars>
      </dgm:prSet>
      <dgm:spPr/>
    </dgm:pt>
    <dgm:pt modelId="{D9BFFB4B-FD1E-4DAD-B44F-E44F55598FD0}" type="pres">
      <dgm:prSet presAssocID="{D80F412E-1146-43D5-B24D-99ABEB8E9285}" presName="sibTrans" presStyleCnt="0"/>
      <dgm:spPr/>
    </dgm:pt>
    <dgm:pt modelId="{2FB9E65A-3903-43E9-BF24-0D6BF986161A}" type="pres">
      <dgm:prSet presAssocID="{DD14329E-FBFA-4032-A5AF-D6EA311D5407}" presName="node" presStyleLbl="node1" presStyleIdx="8" presStyleCnt="9">
        <dgm:presLayoutVars>
          <dgm:bulletEnabled val="1"/>
        </dgm:presLayoutVars>
      </dgm:prSet>
      <dgm:spPr/>
    </dgm:pt>
  </dgm:ptLst>
  <dgm:cxnLst>
    <dgm:cxn modelId="{C45C0600-E3A9-4E44-874B-B3136CEAF4D8}" type="presOf" srcId="{D0B2558B-8BC6-4699-A6C8-CA2A5A735811}" destId="{944E9E60-A875-4A79-BC72-E59A5B567959}" srcOrd="0" destOrd="0" presId="urn:microsoft.com/office/officeart/2005/8/layout/default"/>
    <dgm:cxn modelId="{4471B114-8940-40DE-9DF4-CD61240E93C1}" srcId="{99271A59-1610-42A3-8607-EF7F467FC9CF}" destId="{2DE71C54-E7EE-4BF8-BA32-BAF3996382B8}" srcOrd="3" destOrd="0" parTransId="{4A1CC4FA-3533-4199-920B-BC86ED0CE1ED}" sibTransId="{47ACD5E8-512B-4F14-ADA3-08C59F7FEEA1}"/>
    <dgm:cxn modelId="{A097E919-C490-4715-BCF1-1C3EFEF74C1F}" srcId="{99271A59-1610-42A3-8607-EF7F467FC9CF}" destId="{EE69F78A-A344-4B79-AD28-E96695D5ACCD}" srcOrd="4" destOrd="0" parTransId="{7FAC0ABF-CC85-485C-86AB-6850FF25A76F}" sibTransId="{5881EE70-26A5-490E-BDE3-D16D8EB7382E}"/>
    <dgm:cxn modelId="{98C11A35-690B-4356-8385-222A7FE9B811}" type="presOf" srcId="{3FE6EA22-F605-4CA7-B03D-569AE13BB7AD}" destId="{3A6DFB34-6166-4707-AEE8-D34141886A56}" srcOrd="0" destOrd="0" presId="urn:microsoft.com/office/officeart/2005/8/layout/default"/>
    <dgm:cxn modelId="{96A60649-7106-4A81-B5C4-659C2DA7591C}" srcId="{99271A59-1610-42A3-8607-EF7F467FC9CF}" destId="{48C47120-41FF-4B31-A5C4-2FCD699C4D61}" srcOrd="7" destOrd="0" parTransId="{F45524A6-9BC4-40AD-8D07-6D48D955B41B}" sibTransId="{D80F412E-1146-43D5-B24D-99ABEB8E9285}"/>
    <dgm:cxn modelId="{5E3C677D-2C0D-4346-B6F3-8DC3FCF86FD4}" srcId="{99271A59-1610-42A3-8607-EF7F467FC9CF}" destId="{3F0F7D39-5D8A-4B02-9143-770DB0384296}" srcOrd="1" destOrd="0" parTransId="{5FD8D90E-2B3A-4B9D-AAEC-2AEF8E0032EA}" sibTransId="{2E693C9D-5692-47F1-BADB-17BA0CCCEFEE}"/>
    <dgm:cxn modelId="{2BDBFE85-5A6E-4F56-8F2B-8B33BB973A1A}" type="presOf" srcId="{EE69F78A-A344-4B79-AD28-E96695D5ACCD}" destId="{B040906F-36E7-4DD7-AA68-C63FD803BC8D}" srcOrd="0" destOrd="0" presId="urn:microsoft.com/office/officeart/2005/8/layout/default"/>
    <dgm:cxn modelId="{3150E28A-23CE-45C5-BF63-8CC0107629DD}" type="presOf" srcId="{7AFA2B34-A2FE-44BB-8A17-E7FF2A08F162}" destId="{B7732FBE-0DF7-44F1-A158-44FAB1C50321}" srcOrd="0" destOrd="0" presId="urn:microsoft.com/office/officeart/2005/8/layout/default"/>
    <dgm:cxn modelId="{A42D1696-9D41-4FF9-AB46-116B6121D8A0}" type="presOf" srcId="{1CDE0E47-2A18-4518-B2DF-061A715EB8EF}" destId="{87E2BAC5-2818-47C7-9854-02410893DB43}" srcOrd="0" destOrd="0" presId="urn:microsoft.com/office/officeart/2005/8/layout/default"/>
    <dgm:cxn modelId="{CE32DFA3-754C-4917-974A-0B27DEF275D9}" type="presOf" srcId="{DD14329E-FBFA-4032-A5AF-D6EA311D5407}" destId="{2FB9E65A-3903-43E9-BF24-0D6BF986161A}" srcOrd="0" destOrd="0" presId="urn:microsoft.com/office/officeart/2005/8/layout/default"/>
    <dgm:cxn modelId="{B9ADF5A6-BC4E-419E-AAB1-D46AC31C38CD}" type="presOf" srcId="{99271A59-1610-42A3-8607-EF7F467FC9CF}" destId="{0796980E-A1F7-4646-BA43-94E2995D7B5B}" srcOrd="0" destOrd="0" presId="urn:microsoft.com/office/officeart/2005/8/layout/default"/>
    <dgm:cxn modelId="{AC285EBC-D252-418F-8D85-53D0F1F650BE}" type="presOf" srcId="{2DE71C54-E7EE-4BF8-BA32-BAF3996382B8}" destId="{019B225A-E26C-4F5D-89CF-81E3DB889B2E}" srcOrd="0" destOrd="0" presId="urn:microsoft.com/office/officeart/2005/8/layout/default"/>
    <dgm:cxn modelId="{33F17FBE-4485-43CB-9023-E3C950AA8045}" srcId="{99271A59-1610-42A3-8607-EF7F467FC9CF}" destId="{1CDE0E47-2A18-4518-B2DF-061A715EB8EF}" srcOrd="2" destOrd="0" parTransId="{94420FF4-BE12-434E-B258-F701564F2FB1}" sibTransId="{75C5E35B-9645-4B6B-9311-665BEDE40234}"/>
    <dgm:cxn modelId="{9FD19AC2-1D20-4A32-AEB9-4466C380527A}" srcId="{99271A59-1610-42A3-8607-EF7F467FC9CF}" destId="{3FE6EA22-F605-4CA7-B03D-569AE13BB7AD}" srcOrd="0" destOrd="0" parTransId="{40F5E2B1-9288-4E6D-8AE1-25B468FD747A}" sibTransId="{029BCEE9-9EB9-42C2-B6A5-5F281D1A82BF}"/>
    <dgm:cxn modelId="{8AE1F9CE-BF15-4733-B36E-712291F1E0C6}" type="presOf" srcId="{48C47120-41FF-4B31-A5C4-2FCD699C4D61}" destId="{CEEDFBE5-99DD-46EB-BB86-4C520DAEE9FA}" srcOrd="0" destOrd="0" presId="urn:microsoft.com/office/officeart/2005/8/layout/default"/>
    <dgm:cxn modelId="{14C329E5-12CE-4CF8-B2EA-597907BECCA1}" srcId="{99271A59-1610-42A3-8607-EF7F467FC9CF}" destId="{7AFA2B34-A2FE-44BB-8A17-E7FF2A08F162}" srcOrd="6" destOrd="0" parTransId="{BEC3712E-5DC5-4833-8D25-5A38F16B6E1E}" sibTransId="{02C8BA52-4BEE-4B5C-95E6-E54AC5DDE458}"/>
    <dgm:cxn modelId="{571A6AE5-A5A9-47FC-B6CC-F10E9B382BED}" type="presOf" srcId="{3F0F7D39-5D8A-4B02-9143-770DB0384296}" destId="{B392B05C-9606-4516-A2B3-FBAEAA9AB2ED}" srcOrd="0" destOrd="0" presId="urn:microsoft.com/office/officeart/2005/8/layout/default"/>
    <dgm:cxn modelId="{F855BEE7-5996-42A9-A0FD-65211D21FF53}" srcId="{99271A59-1610-42A3-8607-EF7F467FC9CF}" destId="{DD14329E-FBFA-4032-A5AF-D6EA311D5407}" srcOrd="8" destOrd="0" parTransId="{FB1B7429-67BE-406C-8E95-C64CDF5FE51B}" sibTransId="{14D21E2E-DD78-4088-A017-5501C5AED698}"/>
    <dgm:cxn modelId="{F3FEA3E8-AFBC-4206-AFD2-134DDE6F5826}" srcId="{99271A59-1610-42A3-8607-EF7F467FC9CF}" destId="{D0B2558B-8BC6-4699-A6C8-CA2A5A735811}" srcOrd="5" destOrd="0" parTransId="{10A47792-977A-4090-BFC8-4D56679E4054}" sibTransId="{76214D39-3579-44ED-B17F-9E80E1D19910}"/>
    <dgm:cxn modelId="{8CF1AAEA-3174-491D-9ECB-1C8692663D75}" type="presParOf" srcId="{0796980E-A1F7-4646-BA43-94E2995D7B5B}" destId="{3A6DFB34-6166-4707-AEE8-D34141886A56}" srcOrd="0" destOrd="0" presId="urn:microsoft.com/office/officeart/2005/8/layout/default"/>
    <dgm:cxn modelId="{226CAA72-1A56-4220-B990-9492305623F2}" type="presParOf" srcId="{0796980E-A1F7-4646-BA43-94E2995D7B5B}" destId="{CF2B0792-1BB0-47E3-A99C-1B2A96504370}" srcOrd="1" destOrd="0" presId="urn:microsoft.com/office/officeart/2005/8/layout/default"/>
    <dgm:cxn modelId="{F8BE33A8-AA48-4C95-8DBE-4940F7AD758E}" type="presParOf" srcId="{0796980E-A1F7-4646-BA43-94E2995D7B5B}" destId="{B392B05C-9606-4516-A2B3-FBAEAA9AB2ED}" srcOrd="2" destOrd="0" presId="urn:microsoft.com/office/officeart/2005/8/layout/default"/>
    <dgm:cxn modelId="{92255D80-AF3C-4C13-87FB-53889F6482BE}" type="presParOf" srcId="{0796980E-A1F7-4646-BA43-94E2995D7B5B}" destId="{0F2022BF-BED2-460D-86DF-2E0C91CA787C}" srcOrd="3" destOrd="0" presId="urn:microsoft.com/office/officeart/2005/8/layout/default"/>
    <dgm:cxn modelId="{790684B6-0FB8-41BA-BC11-B33FCE4C73DE}" type="presParOf" srcId="{0796980E-A1F7-4646-BA43-94E2995D7B5B}" destId="{87E2BAC5-2818-47C7-9854-02410893DB43}" srcOrd="4" destOrd="0" presId="urn:microsoft.com/office/officeart/2005/8/layout/default"/>
    <dgm:cxn modelId="{3B083D9B-D942-46BA-8C94-7AA78E2EFA2D}" type="presParOf" srcId="{0796980E-A1F7-4646-BA43-94E2995D7B5B}" destId="{11D00584-A958-48FF-82D2-276AA2DD7018}" srcOrd="5" destOrd="0" presId="urn:microsoft.com/office/officeart/2005/8/layout/default"/>
    <dgm:cxn modelId="{5AC3BBDE-F854-474F-B6D6-F580600A079C}" type="presParOf" srcId="{0796980E-A1F7-4646-BA43-94E2995D7B5B}" destId="{019B225A-E26C-4F5D-89CF-81E3DB889B2E}" srcOrd="6" destOrd="0" presId="urn:microsoft.com/office/officeart/2005/8/layout/default"/>
    <dgm:cxn modelId="{0AD02B70-4818-4C4E-9AC3-34F8F1EC8C59}" type="presParOf" srcId="{0796980E-A1F7-4646-BA43-94E2995D7B5B}" destId="{66CD0064-B556-4002-9C55-A79BDC19EC05}" srcOrd="7" destOrd="0" presId="urn:microsoft.com/office/officeart/2005/8/layout/default"/>
    <dgm:cxn modelId="{F630F7F5-B06C-41FE-8018-0AFA58FC9D14}" type="presParOf" srcId="{0796980E-A1F7-4646-BA43-94E2995D7B5B}" destId="{B040906F-36E7-4DD7-AA68-C63FD803BC8D}" srcOrd="8" destOrd="0" presId="urn:microsoft.com/office/officeart/2005/8/layout/default"/>
    <dgm:cxn modelId="{3249E8D3-8CCB-4725-8971-E54E5B292E1E}" type="presParOf" srcId="{0796980E-A1F7-4646-BA43-94E2995D7B5B}" destId="{25F03EDB-B423-4729-ADA7-595F42289E28}" srcOrd="9" destOrd="0" presId="urn:microsoft.com/office/officeart/2005/8/layout/default"/>
    <dgm:cxn modelId="{3572F24E-95A3-4340-8FC8-0497EE2806D8}" type="presParOf" srcId="{0796980E-A1F7-4646-BA43-94E2995D7B5B}" destId="{944E9E60-A875-4A79-BC72-E59A5B567959}" srcOrd="10" destOrd="0" presId="urn:microsoft.com/office/officeart/2005/8/layout/default"/>
    <dgm:cxn modelId="{1C37C2F2-D2F8-4331-AC70-F2D5A3D495A5}" type="presParOf" srcId="{0796980E-A1F7-4646-BA43-94E2995D7B5B}" destId="{037BF0FC-4EDC-4F15-B93C-B6FBB3895545}" srcOrd="11" destOrd="0" presId="urn:microsoft.com/office/officeart/2005/8/layout/default"/>
    <dgm:cxn modelId="{B98A6DD9-DA9C-49DE-8610-4308048CC054}" type="presParOf" srcId="{0796980E-A1F7-4646-BA43-94E2995D7B5B}" destId="{B7732FBE-0DF7-44F1-A158-44FAB1C50321}" srcOrd="12" destOrd="0" presId="urn:microsoft.com/office/officeart/2005/8/layout/default"/>
    <dgm:cxn modelId="{4D6C03D5-8B7C-4716-946A-42767A2E3AF4}" type="presParOf" srcId="{0796980E-A1F7-4646-BA43-94E2995D7B5B}" destId="{5A11585E-3C15-4130-8BA2-DD3BC6F13678}" srcOrd="13" destOrd="0" presId="urn:microsoft.com/office/officeart/2005/8/layout/default"/>
    <dgm:cxn modelId="{B2E488A6-9AE2-40D1-B8B4-E81769E42E26}" type="presParOf" srcId="{0796980E-A1F7-4646-BA43-94E2995D7B5B}" destId="{CEEDFBE5-99DD-46EB-BB86-4C520DAEE9FA}" srcOrd="14" destOrd="0" presId="urn:microsoft.com/office/officeart/2005/8/layout/default"/>
    <dgm:cxn modelId="{915B09F2-EBA8-408F-A4AB-40A0940DB1E7}" type="presParOf" srcId="{0796980E-A1F7-4646-BA43-94E2995D7B5B}" destId="{D9BFFB4B-FD1E-4DAD-B44F-E44F55598FD0}" srcOrd="15" destOrd="0" presId="urn:microsoft.com/office/officeart/2005/8/layout/default"/>
    <dgm:cxn modelId="{39F984C0-DA6C-45EB-8EC1-56823FAF19B7}" type="presParOf" srcId="{0796980E-A1F7-4646-BA43-94E2995D7B5B}" destId="{2FB9E65A-3903-43E9-BF24-0D6BF986161A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FC475D-F037-4A1C-9700-1DAF0BC467BF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63492C4-01FF-4A6E-963B-44F364130B3A}">
      <dgm:prSet/>
      <dgm:spPr/>
      <dgm:t>
        <a:bodyPr/>
        <a:lstStyle/>
        <a:p>
          <a:r>
            <a:rPr lang="en-US"/>
            <a:t>Is a user-defined type:</a:t>
          </a:r>
        </a:p>
      </dgm:t>
    </dgm:pt>
    <dgm:pt modelId="{4D3D1C26-77C5-4CF6-8D84-AED87F592518}" type="parTrans" cxnId="{0838CB3D-0D1C-463E-A305-321CD91CC17B}">
      <dgm:prSet/>
      <dgm:spPr/>
      <dgm:t>
        <a:bodyPr/>
        <a:lstStyle/>
        <a:p>
          <a:endParaRPr lang="en-US"/>
        </a:p>
      </dgm:t>
    </dgm:pt>
    <dgm:pt modelId="{9B48D100-1424-4833-B495-FBB34ADC78AF}" type="sibTrans" cxnId="{0838CB3D-0D1C-463E-A305-321CD91CC17B}">
      <dgm:prSet/>
      <dgm:spPr/>
      <dgm:t>
        <a:bodyPr/>
        <a:lstStyle/>
        <a:p>
          <a:endParaRPr lang="en-US"/>
        </a:p>
      </dgm:t>
    </dgm:pt>
    <dgm:pt modelId="{536B8326-BD21-4C0D-ADFB-750C5AD33917}">
      <dgm:prSet/>
      <dgm:spPr/>
      <dgm:t>
        <a:bodyPr/>
        <a:lstStyle/>
        <a:p>
          <a:r>
            <a:rPr lang="en-US"/>
            <a:t>Describes the data (attributes)  </a:t>
          </a:r>
        </a:p>
      </dgm:t>
    </dgm:pt>
    <dgm:pt modelId="{E7F92014-0C84-4F1A-A4DA-D92F07ABBD38}" type="parTrans" cxnId="{72DC159D-90F3-4862-95A1-04E70BAA334A}">
      <dgm:prSet/>
      <dgm:spPr/>
      <dgm:t>
        <a:bodyPr/>
        <a:lstStyle/>
        <a:p>
          <a:endParaRPr lang="en-US"/>
        </a:p>
      </dgm:t>
    </dgm:pt>
    <dgm:pt modelId="{4B7E5356-CF48-4724-8311-6DE878D2186F}" type="sibTrans" cxnId="{72DC159D-90F3-4862-95A1-04E70BAA334A}">
      <dgm:prSet/>
      <dgm:spPr/>
      <dgm:t>
        <a:bodyPr/>
        <a:lstStyle/>
        <a:p>
          <a:endParaRPr lang="en-US"/>
        </a:p>
      </dgm:t>
    </dgm:pt>
    <dgm:pt modelId="{E50DAD30-096B-4473-B231-77266AF8CEB7}">
      <dgm:prSet/>
      <dgm:spPr/>
      <dgm:t>
        <a:bodyPr/>
        <a:lstStyle/>
        <a:p>
          <a:r>
            <a:rPr lang="en-US"/>
            <a:t>Defines the behavior (methods) </a:t>
          </a:r>
        </a:p>
      </dgm:t>
    </dgm:pt>
    <dgm:pt modelId="{07270D26-B918-493B-A976-C617395A991A}" type="parTrans" cxnId="{660707B9-3A9C-43C8-A5AF-248A2A73D6C0}">
      <dgm:prSet/>
      <dgm:spPr/>
      <dgm:t>
        <a:bodyPr/>
        <a:lstStyle/>
        <a:p>
          <a:endParaRPr lang="en-US"/>
        </a:p>
      </dgm:t>
    </dgm:pt>
    <dgm:pt modelId="{FDD5E34A-7944-4EFC-BFE3-CA41DFC53569}" type="sibTrans" cxnId="{660707B9-3A9C-43C8-A5AF-248A2A73D6C0}">
      <dgm:prSet/>
      <dgm:spPr/>
      <dgm:t>
        <a:bodyPr/>
        <a:lstStyle/>
        <a:p>
          <a:endParaRPr lang="en-US"/>
        </a:p>
      </dgm:t>
    </dgm:pt>
    <dgm:pt modelId="{8B950E92-DE62-45FE-A0BD-56C8B38F1461}">
      <dgm:prSet/>
      <dgm:spPr/>
      <dgm:t>
        <a:bodyPr/>
        <a:lstStyle/>
        <a:p>
          <a:r>
            <a:rPr lang="en-US"/>
            <a:t>Instances of a class are objects </a:t>
          </a:r>
        </a:p>
      </dgm:t>
    </dgm:pt>
    <dgm:pt modelId="{3C6BF451-C0CB-48DE-93E5-7DC0E0AF2992}" type="parTrans" cxnId="{04AC16DC-F903-44D5-8178-2766BAB5887F}">
      <dgm:prSet/>
      <dgm:spPr/>
      <dgm:t>
        <a:bodyPr/>
        <a:lstStyle/>
        <a:p>
          <a:endParaRPr lang="en-US"/>
        </a:p>
      </dgm:t>
    </dgm:pt>
    <dgm:pt modelId="{DC65E9A6-4887-418C-B2B9-B5DB4C4C1CEB}" type="sibTrans" cxnId="{04AC16DC-F903-44D5-8178-2766BAB5887F}">
      <dgm:prSet/>
      <dgm:spPr/>
      <dgm:t>
        <a:bodyPr/>
        <a:lstStyle/>
        <a:p>
          <a:endParaRPr lang="en-US"/>
        </a:p>
      </dgm:t>
    </dgm:pt>
    <dgm:pt modelId="{0973E750-CD59-414B-A916-31A552920CB2}" type="pres">
      <dgm:prSet presAssocID="{97FC475D-F037-4A1C-9700-1DAF0BC467B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6AA01C2-7469-435D-A636-2C9BE2A90E52}" type="pres">
      <dgm:prSet presAssocID="{363492C4-01FF-4A6E-963B-44F364130B3A}" presName="hierRoot1" presStyleCnt="0"/>
      <dgm:spPr/>
    </dgm:pt>
    <dgm:pt modelId="{1DED2F18-A38E-441D-BD87-3F6E98464596}" type="pres">
      <dgm:prSet presAssocID="{363492C4-01FF-4A6E-963B-44F364130B3A}" presName="composite" presStyleCnt="0"/>
      <dgm:spPr/>
    </dgm:pt>
    <dgm:pt modelId="{B06DC672-86A7-44DC-AB08-49FCC38012BC}" type="pres">
      <dgm:prSet presAssocID="{363492C4-01FF-4A6E-963B-44F364130B3A}" presName="background" presStyleLbl="node0" presStyleIdx="0" presStyleCnt="2"/>
      <dgm:spPr/>
    </dgm:pt>
    <dgm:pt modelId="{259E1581-6AB8-4BA2-BABA-7FFDF52E8585}" type="pres">
      <dgm:prSet presAssocID="{363492C4-01FF-4A6E-963B-44F364130B3A}" presName="text" presStyleLbl="fgAcc0" presStyleIdx="0" presStyleCnt="2">
        <dgm:presLayoutVars>
          <dgm:chPref val="3"/>
        </dgm:presLayoutVars>
      </dgm:prSet>
      <dgm:spPr/>
    </dgm:pt>
    <dgm:pt modelId="{295F31B5-EB40-4FD0-B151-C0BE9CFBF3F4}" type="pres">
      <dgm:prSet presAssocID="{363492C4-01FF-4A6E-963B-44F364130B3A}" presName="hierChild2" presStyleCnt="0"/>
      <dgm:spPr/>
    </dgm:pt>
    <dgm:pt modelId="{55DD4878-7BF2-4C4C-812A-0E6BB51F9BB9}" type="pres">
      <dgm:prSet presAssocID="{E7F92014-0C84-4F1A-A4DA-D92F07ABBD38}" presName="Name10" presStyleLbl="parChTrans1D2" presStyleIdx="0" presStyleCnt="2"/>
      <dgm:spPr/>
    </dgm:pt>
    <dgm:pt modelId="{D7C807EF-5C71-4AD9-908B-0B1D900EB8BA}" type="pres">
      <dgm:prSet presAssocID="{536B8326-BD21-4C0D-ADFB-750C5AD33917}" presName="hierRoot2" presStyleCnt="0"/>
      <dgm:spPr/>
    </dgm:pt>
    <dgm:pt modelId="{387BBE82-E60A-423D-8F98-81CB1092DF65}" type="pres">
      <dgm:prSet presAssocID="{536B8326-BD21-4C0D-ADFB-750C5AD33917}" presName="composite2" presStyleCnt="0"/>
      <dgm:spPr/>
    </dgm:pt>
    <dgm:pt modelId="{8E1F6FDF-F520-4413-A235-48C6D144001C}" type="pres">
      <dgm:prSet presAssocID="{536B8326-BD21-4C0D-ADFB-750C5AD33917}" presName="background2" presStyleLbl="node2" presStyleIdx="0" presStyleCnt="2"/>
      <dgm:spPr/>
    </dgm:pt>
    <dgm:pt modelId="{0CDE6299-A1F8-466D-A57A-A88F4ECBB626}" type="pres">
      <dgm:prSet presAssocID="{536B8326-BD21-4C0D-ADFB-750C5AD33917}" presName="text2" presStyleLbl="fgAcc2" presStyleIdx="0" presStyleCnt="2">
        <dgm:presLayoutVars>
          <dgm:chPref val="3"/>
        </dgm:presLayoutVars>
      </dgm:prSet>
      <dgm:spPr/>
    </dgm:pt>
    <dgm:pt modelId="{F881A249-E301-4993-A8CD-065D20640D5D}" type="pres">
      <dgm:prSet presAssocID="{536B8326-BD21-4C0D-ADFB-750C5AD33917}" presName="hierChild3" presStyleCnt="0"/>
      <dgm:spPr/>
    </dgm:pt>
    <dgm:pt modelId="{6C442202-2ABD-4640-B5EF-C9377E16C373}" type="pres">
      <dgm:prSet presAssocID="{07270D26-B918-493B-A976-C617395A991A}" presName="Name10" presStyleLbl="parChTrans1D2" presStyleIdx="1" presStyleCnt="2"/>
      <dgm:spPr/>
    </dgm:pt>
    <dgm:pt modelId="{606A34A8-5CA8-45A3-954D-41939EE3D2C0}" type="pres">
      <dgm:prSet presAssocID="{E50DAD30-096B-4473-B231-77266AF8CEB7}" presName="hierRoot2" presStyleCnt="0"/>
      <dgm:spPr/>
    </dgm:pt>
    <dgm:pt modelId="{7F603399-1F3C-44C4-A33E-A7B078FB6E16}" type="pres">
      <dgm:prSet presAssocID="{E50DAD30-096B-4473-B231-77266AF8CEB7}" presName="composite2" presStyleCnt="0"/>
      <dgm:spPr/>
    </dgm:pt>
    <dgm:pt modelId="{62A47837-64D3-48E6-826D-C8073FBA5D4B}" type="pres">
      <dgm:prSet presAssocID="{E50DAD30-096B-4473-B231-77266AF8CEB7}" presName="background2" presStyleLbl="node2" presStyleIdx="1" presStyleCnt="2"/>
      <dgm:spPr/>
    </dgm:pt>
    <dgm:pt modelId="{E1E93554-26EE-422E-B591-50B4C0A2F139}" type="pres">
      <dgm:prSet presAssocID="{E50DAD30-096B-4473-B231-77266AF8CEB7}" presName="text2" presStyleLbl="fgAcc2" presStyleIdx="1" presStyleCnt="2">
        <dgm:presLayoutVars>
          <dgm:chPref val="3"/>
        </dgm:presLayoutVars>
      </dgm:prSet>
      <dgm:spPr/>
    </dgm:pt>
    <dgm:pt modelId="{94C46112-8172-4CDC-A626-CD44825365AC}" type="pres">
      <dgm:prSet presAssocID="{E50DAD30-096B-4473-B231-77266AF8CEB7}" presName="hierChild3" presStyleCnt="0"/>
      <dgm:spPr/>
    </dgm:pt>
    <dgm:pt modelId="{B1A7F479-F7BC-458F-A108-738AF98D847C}" type="pres">
      <dgm:prSet presAssocID="{8B950E92-DE62-45FE-A0BD-56C8B38F1461}" presName="hierRoot1" presStyleCnt="0"/>
      <dgm:spPr/>
    </dgm:pt>
    <dgm:pt modelId="{497A5D01-8FB4-42D3-B77C-6DFD3DB6AF49}" type="pres">
      <dgm:prSet presAssocID="{8B950E92-DE62-45FE-A0BD-56C8B38F1461}" presName="composite" presStyleCnt="0"/>
      <dgm:spPr/>
    </dgm:pt>
    <dgm:pt modelId="{F3AA5EAC-804A-4F25-A700-8B2E5B8BA7DE}" type="pres">
      <dgm:prSet presAssocID="{8B950E92-DE62-45FE-A0BD-56C8B38F1461}" presName="background" presStyleLbl="node0" presStyleIdx="1" presStyleCnt="2"/>
      <dgm:spPr/>
    </dgm:pt>
    <dgm:pt modelId="{8E2ABC7C-1204-4497-B28F-C1020E347B16}" type="pres">
      <dgm:prSet presAssocID="{8B950E92-DE62-45FE-A0BD-56C8B38F1461}" presName="text" presStyleLbl="fgAcc0" presStyleIdx="1" presStyleCnt="2">
        <dgm:presLayoutVars>
          <dgm:chPref val="3"/>
        </dgm:presLayoutVars>
      </dgm:prSet>
      <dgm:spPr/>
    </dgm:pt>
    <dgm:pt modelId="{B1DE5335-0670-4F6A-BE32-CF9F9F380188}" type="pres">
      <dgm:prSet presAssocID="{8B950E92-DE62-45FE-A0BD-56C8B38F1461}" presName="hierChild2" presStyleCnt="0"/>
      <dgm:spPr/>
    </dgm:pt>
  </dgm:ptLst>
  <dgm:cxnLst>
    <dgm:cxn modelId="{4EBD5325-7851-48BF-A806-7C57B9B2CB7A}" type="presOf" srcId="{97FC475D-F037-4A1C-9700-1DAF0BC467BF}" destId="{0973E750-CD59-414B-A916-31A552920CB2}" srcOrd="0" destOrd="0" presId="urn:microsoft.com/office/officeart/2005/8/layout/hierarchy1"/>
    <dgm:cxn modelId="{0838CB3D-0D1C-463E-A305-321CD91CC17B}" srcId="{97FC475D-F037-4A1C-9700-1DAF0BC467BF}" destId="{363492C4-01FF-4A6E-963B-44F364130B3A}" srcOrd="0" destOrd="0" parTransId="{4D3D1C26-77C5-4CF6-8D84-AED87F592518}" sibTransId="{9B48D100-1424-4833-B495-FBB34ADC78AF}"/>
    <dgm:cxn modelId="{3972F247-8F6E-4A2F-AF4B-7D3FB64953A5}" type="presOf" srcId="{8B950E92-DE62-45FE-A0BD-56C8B38F1461}" destId="{8E2ABC7C-1204-4497-B28F-C1020E347B16}" srcOrd="0" destOrd="0" presId="urn:microsoft.com/office/officeart/2005/8/layout/hierarchy1"/>
    <dgm:cxn modelId="{02349448-8E70-4B79-A310-D778B2092FA0}" type="presOf" srcId="{E50DAD30-096B-4473-B231-77266AF8CEB7}" destId="{E1E93554-26EE-422E-B591-50B4C0A2F139}" srcOrd="0" destOrd="0" presId="urn:microsoft.com/office/officeart/2005/8/layout/hierarchy1"/>
    <dgm:cxn modelId="{52349977-60DC-4D47-9B19-DDADD4C70991}" type="presOf" srcId="{E7F92014-0C84-4F1A-A4DA-D92F07ABBD38}" destId="{55DD4878-7BF2-4C4C-812A-0E6BB51F9BB9}" srcOrd="0" destOrd="0" presId="urn:microsoft.com/office/officeart/2005/8/layout/hierarchy1"/>
    <dgm:cxn modelId="{81C5D47F-06F5-4926-8C51-F9A545D494A3}" type="presOf" srcId="{536B8326-BD21-4C0D-ADFB-750C5AD33917}" destId="{0CDE6299-A1F8-466D-A57A-A88F4ECBB626}" srcOrd="0" destOrd="0" presId="urn:microsoft.com/office/officeart/2005/8/layout/hierarchy1"/>
    <dgm:cxn modelId="{72DC159D-90F3-4862-95A1-04E70BAA334A}" srcId="{363492C4-01FF-4A6E-963B-44F364130B3A}" destId="{536B8326-BD21-4C0D-ADFB-750C5AD33917}" srcOrd="0" destOrd="0" parTransId="{E7F92014-0C84-4F1A-A4DA-D92F07ABBD38}" sibTransId="{4B7E5356-CF48-4724-8311-6DE878D2186F}"/>
    <dgm:cxn modelId="{660707B9-3A9C-43C8-A5AF-248A2A73D6C0}" srcId="{363492C4-01FF-4A6E-963B-44F364130B3A}" destId="{E50DAD30-096B-4473-B231-77266AF8CEB7}" srcOrd="1" destOrd="0" parTransId="{07270D26-B918-493B-A976-C617395A991A}" sibTransId="{FDD5E34A-7944-4EFC-BFE3-CA41DFC53569}"/>
    <dgm:cxn modelId="{44BA3FBC-DD1B-4699-8D4F-C4ED52839272}" type="presOf" srcId="{363492C4-01FF-4A6E-963B-44F364130B3A}" destId="{259E1581-6AB8-4BA2-BABA-7FFDF52E8585}" srcOrd="0" destOrd="0" presId="urn:microsoft.com/office/officeart/2005/8/layout/hierarchy1"/>
    <dgm:cxn modelId="{04AC16DC-F903-44D5-8178-2766BAB5887F}" srcId="{97FC475D-F037-4A1C-9700-1DAF0BC467BF}" destId="{8B950E92-DE62-45FE-A0BD-56C8B38F1461}" srcOrd="1" destOrd="0" parTransId="{3C6BF451-C0CB-48DE-93E5-7DC0E0AF2992}" sibTransId="{DC65E9A6-4887-418C-B2B9-B5DB4C4C1CEB}"/>
    <dgm:cxn modelId="{7E703EFC-3B34-4264-8063-3FF62385E5D9}" type="presOf" srcId="{07270D26-B918-493B-A976-C617395A991A}" destId="{6C442202-2ABD-4640-B5EF-C9377E16C373}" srcOrd="0" destOrd="0" presId="urn:microsoft.com/office/officeart/2005/8/layout/hierarchy1"/>
    <dgm:cxn modelId="{CF669AE8-42E6-4B13-BA36-D1234DA0AA3F}" type="presParOf" srcId="{0973E750-CD59-414B-A916-31A552920CB2}" destId="{76AA01C2-7469-435D-A636-2C9BE2A90E52}" srcOrd="0" destOrd="0" presId="urn:microsoft.com/office/officeart/2005/8/layout/hierarchy1"/>
    <dgm:cxn modelId="{02D06E86-C7EB-4777-A1B6-7D54BFD3FACC}" type="presParOf" srcId="{76AA01C2-7469-435D-A636-2C9BE2A90E52}" destId="{1DED2F18-A38E-441D-BD87-3F6E98464596}" srcOrd="0" destOrd="0" presId="urn:microsoft.com/office/officeart/2005/8/layout/hierarchy1"/>
    <dgm:cxn modelId="{3409E1F9-111E-4D1E-B49C-E03B0871862B}" type="presParOf" srcId="{1DED2F18-A38E-441D-BD87-3F6E98464596}" destId="{B06DC672-86A7-44DC-AB08-49FCC38012BC}" srcOrd="0" destOrd="0" presId="urn:microsoft.com/office/officeart/2005/8/layout/hierarchy1"/>
    <dgm:cxn modelId="{3794419C-BE17-4A86-A442-EACA7F0C123F}" type="presParOf" srcId="{1DED2F18-A38E-441D-BD87-3F6E98464596}" destId="{259E1581-6AB8-4BA2-BABA-7FFDF52E8585}" srcOrd="1" destOrd="0" presId="urn:microsoft.com/office/officeart/2005/8/layout/hierarchy1"/>
    <dgm:cxn modelId="{F7466823-AB61-4EB9-8A7E-8B0CDB3F6D5D}" type="presParOf" srcId="{76AA01C2-7469-435D-A636-2C9BE2A90E52}" destId="{295F31B5-EB40-4FD0-B151-C0BE9CFBF3F4}" srcOrd="1" destOrd="0" presId="urn:microsoft.com/office/officeart/2005/8/layout/hierarchy1"/>
    <dgm:cxn modelId="{79910A16-E0E3-43FA-8D6B-A4AF6B618989}" type="presParOf" srcId="{295F31B5-EB40-4FD0-B151-C0BE9CFBF3F4}" destId="{55DD4878-7BF2-4C4C-812A-0E6BB51F9BB9}" srcOrd="0" destOrd="0" presId="urn:microsoft.com/office/officeart/2005/8/layout/hierarchy1"/>
    <dgm:cxn modelId="{71ADB4C8-68F4-4727-8000-408B30B48278}" type="presParOf" srcId="{295F31B5-EB40-4FD0-B151-C0BE9CFBF3F4}" destId="{D7C807EF-5C71-4AD9-908B-0B1D900EB8BA}" srcOrd="1" destOrd="0" presId="urn:microsoft.com/office/officeart/2005/8/layout/hierarchy1"/>
    <dgm:cxn modelId="{91B16FC3-7D02-4A2D-B511-5E4D3B6B0EE9}" type="presParOf" srcId="{D7C807EF-5C71-4AD9-908B-0B1D900EB8BA}" destId="{387BBE82-E60A-423D-8F98-81CB1092DF65}" srcOrd="0" destOrd="0" presId="urn:microsoft.com/office/officeart/2005/8/layout/hierarchy1"/>
    <dgm:cxn modelId="{8EE7A465-A56F-43B1-A2A5-FE585AD3F089}" type="presParOf" srcId="{387BBE82-E60A-423D-8F98-81CB1092DF65}" destId="{8E1F6FDF-F520-4413-A235-48C6D144001C}" srcOrd="0" destOrd="0" presId="urn:microsoft.com/office/officeart/2005/8/layout/hierarchy1"/>
    <dgm:cxn modelId="{1B5DF8F9-D694-4352-AAFB-9278D179363C}" type="presParOf" srcId="{387BBE82-E60A-423D-8F98-81CB1092DF65}" destId="{0CDE6299-A1F8-466D-A57A-A88F4ECBB626}" srcOrd="1" destOrd="0" presId="urn:microsoft.com/office/officeart/2005/8/layout/hierarchy1"/>
    <dgm:cxn modelId="{01642E19-CECC-45EB-A321-57DDE226BDC9}" type="presParOf" srcId="{D7C807EF-5C71-4AD9-908B-0B1D900EB8BA}" destId="{F881A249-E301-4993-A8CD-065D20640D5D}" srcOrd="1" destOrd="0" presId="urn:microsoft.com/office/officeart/2005/8/layout/hierarchy1"/>
    <dgm:cxn modelId="{9D221351-A955-4157-8B37-203988F95303}" type="presParOf" srcId="{295F31B5-EB40-4FD0-B151-C0BE9CFBF3F4}" destId="{6C442202-2ABD-4640-B5EF-C9377E16C373}" srcOrd="2" destOrd="0" presId="urn:microsoft.com/office/officeart/2005/8/layout/hierarchy1"/>
    <dgm:cxn modelId="{5B895970-85CC-46AB-8B6E-2289B33B22F2}" type="presParOf" srcId="{295F31B5-EB40-4FD0-B151-C0BE9CFBF3F4}" destId="{606A34A8-5CA8-45A3-954D-41939EE3D2C0}" srcOrd="3" destOrd="0" presId="urn:microsoft.com/office/officeart/2005/8/layout/hierarchy1"/>
    <dgm:cxn modelId="{3CB0DEEB-523E-4E3F-83F7-624F9F9C5EBB}" type="presParOf" srcId="{606A34A8-5CA8-45A3-954D-41939EE3D2C0}" destId="{7F603399-1F3C-44C4-A33E-A7B078FB6E16}" srcOrd="0" destOrd="0" presId="urn:microsoft.com/office/officeart/2005/8/layout/hierarchy1"/>
    <dgm:cxn modelId="{0DED9FFB-7854-4E9F-B54E-F2374EF8D502}" type="presParOf" srcId="{7F603399-1F3C-44C4-A33E-A7B078FB6E16}" destId="{62A47837-64D3-48E6-826D-C8073FBA5D4B}" srcOrd="0" destOrd="0" presId="urn:microsoft.com/office/officeart/2005/8/layout/hierarchy1"/>
    <dgm:cxn modelId="{FEFD7B9F-2EEF-4EE0-9762-753F54350D48}" type="presParOf" srcId="{7F603399-1F3C-44C4-A33E-A7B078FB6E16}" destId="{E1E93554-26EE-422E-B591-50B4C0A2F139}" srcOrd="1" destOrd="0" presId="urn:microsoft.com/office/officeart/2005/8/layout/hierarchy1"/>
    <dgm:cxn modelId="{9CD48A08-411B-4878-8768-E490B5C06DE3}" type="presParOf" srcId="{606A34A8-5CA8-45A3-954D-41939EE3D2C0}" destId="{94C46112-8172-4CDC-A626-CD44825365AC}" srcOrd="1" destOrd="0" presId="urn:microsoft.com/office/officeart/2005/8/layout/hierarchy1"/>
    <dgm:cxn modelId="{C2E35A2C-78B3-421B-A441-5EDB38A868BB}" type="presParOf" srcId="{0973E750-CD59-414B-A916-31A552920CB2}" destId="{B1A7F479-F7BC-458F-A108-738AF98D847C}" srcOrd="1" destOrd="0" presId="urn:microsoft.com/office/officeart/2005/8/layout/hierarchy1"/>
    <dgm:cxn modelId="{CB18A8EA-BE0A-40ED-BBE6-65A7C2FFAB92}" type="presParOf" srcId="{B1A7F479-F7BC-458F-A108-738AF98D847C}" destId="{497A5D01-8FB4-42D3-B77C-6DFD3DB6AF49}" srcOrd="0" destOrd="0" presId="urn:microsoft.com/office/officeart/2005/8/layout/hierarchy1"/>
    <dgm:cxn modelId="{E9FB0A38-A1E7-42CB-8F42-D906F518903E}" type="presParOf" srcId="{497A5D01-8FB4-42D3-B77C-6DFD3DB6AF49}" destId="{F3AA5EAC-804A-4F25-A700-8B2E5B8BA7DE}" srcOrd="0" destOrd="0" presId="urn:microsoft.com/office/officeart/2005/8/layout/hierarchy1"/>
    <dgm:cxn modelId="{97282C35-A71F-4DC5-9F11-DE23216E6D45}" type="presParOf" srcId="{497A5D01-8FB4-42D3-B77C-6DFD3DB6AF49}" destId="{8E2ABC7C-1204-4497-B28F-C1020E347B16}" srcOrd="1" destOrd="0" presId="urn:microsoft.com/office/officeart/2005/8/layout/hierarchy1"/>
    <dgm:cxn modelId="{B5DB3282-24DF-4CE2-B351-0EC10075D764}" type="presParOf" srcId="{B1A7F479-F7BC-458F-A108-738AF98D847C}" destId="{B1DE5335-0670-4F6A-BE32-CF9F9F3801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63DE66-BB86-4F28-BCC0-3DEEE9859625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B3A7900-F2B0-4E39-972F-DB13ABADC039}">
      <dgm:prSet/>
      <dgm:spPr>
        <a:solidFill>
          <a:schemeClr val="accent1"/>
        </a:solidFill>
      </dgm:spPr>
      <dgm:t>
        <a:bodyPr/>
        <a:lstStyle/>
        <a:p>
          <a:r>
            <a:rPr lang="en-US" dirty="0"/>
            <a:t>Public class </a:t>
          </a:r>
          <a:r>
            <a:rPr lang="en-US" b="1" dirty="0"/>
            <a:t>Car</a:t>
          </a:r>
          <a:r>
            <a:rPr lang="en-US" dirty="0"/>
            <a:t> {</a:t>
          </a:r>
        </a:p>
      </dgm:t>
    </dgm:pt>
    <dgm:pt modelId="{A80DEAC4-27D0-42ED-B0FD-64C90E24F9CB}" type="parTrans" cxnId="{074B5195-0101-41D1-9C51-2CAC0E066EFC}">
      <dgm:prSet/>
      <dgm:spPr/>
      <dgm:t>
        <a:bodyPr/>
        <a:lstStyle/>
        <a:p>
          <a:endParaRPr lang="en-US"/>
        </a:p>
      </dgm:t>
    </dgm:pt>
    <dgm:pt modelId="{800E00D8-ACF1-4CBB-8E15-50DDDF8B28EA}" type="sibTrans" cxnId="{074B5195-0101-41D1-9C51-2CAC0E066EFC}">
      <dgm:prSet/>
      <dgm:spPr/>
      <dgm:t>
        <a:bodyPr/>
        <a:lstStyle/>
        <a:p>
          <a:endParaRPr lang="en-US"/>
        </a:p>
      </dgm:t>
    </dgm:pt>
    <dgm:pt modelId="{50C32864-D2F0-4DA0-AA9F-8BEB5076FD72}">
      <dgm:prSet/>
      <dgm:spPr/>
      <dgm:t>
        <a:bodyPr/>
        <a:lstStyle/>
        <a:p>
          <a:pPr>
            <a:buNone/>
          </a:pPr>
          <a:r>
            <a:rPr lang="en-US" dirty="0"/>
            <a:t> String color;</a:t>
          </a:r>
        </a:p>
      </dgm:t>
    </dgm:pt>
    <dgm:pt modelId="{3E0BFAE2-0392-4C0C-BFA5-C6A4DED3FF33}" type="parTrans" cxnId="{49272255-AD2A-4DBA-B9BD-777FA360838B}">
      <dgm:prSet/>
      <dgm:spPr/>
      <dgm:t>
        <a:bodyPr/>
        <a:lstStyle/>
        <a:p>
          <a:endParaRPr lang="en-US"/>
        </a:p>
      </dgm:t>
    </dgm:pt>
    <dgm:pt modelId="{AF04BE3E-C40E-4E04-A304-A55EC2AE0069}" type="sibTrans" cxnId="{49272255-AD2A-4DBA-B9BD-777FA360838B}">
      <dgm:prSet/>
      <dgm:spPr/>
      <dgm:t>
        <a:bodyPr/>
        <a:lstStyle/>
        <a:p>
          <a:endParaRPr lang="en-US"/>
        </a:p>
      </dgm:t>
    </dgm:pt>
    <dgm:pt modelId="{E8D4B552-D77C-46EE-B21E-A8AC52E40B1F}">
      <dgm:prSet/>
      <dgm:spPr>
        <a:solidFill>
          <a:schemeClr val="accent1"/>
        </a:solidFill>
      </dgm:spPr>
      <dgm:t>
        <a:bodyPr/>
        <a:lstStyle/>
        <a:p>
          <a:r>
            <a:rPr lang="en-US"/>
            <a:t>} </a:t>
          </a:r>
        </a:p>
      </dgm:t>
    </dgm:pt>
    <dgm:pt modelId="{695A354C-7F6A-4C8C-88C7-B4B37E579E7C}" type="parTrans" cxnId="{3C424567-1D3E-41C1-9B3A-C3850DFEACD9}">
      <dgm:prSet/>
      <dgm:spPr/>
      <dgm:t>
        <a:bodyPr/>
        <a:lstStyle/>
        <a:p>
          <a:endParaRPr lang="en-US"/>
        </a:p>
      </dgm:t>
    </dgm:pt>
    <dgm:pt modelId="{469FA5C7-7600-43B5-85EB-D479D4AB2141}" type="sibTrans" cxnId="{3C424567-1D3E-41C1-9B3A-C3850DFEACD9}">
      <dgm:prSet/>
      <dgm:spPr/>
      <dgm:t>
        <a:bodyPr/>
        <a:lstStyle/>
        <a:p>
          <a:endParaRPr lang="en-US"/>
        </a:p>
      </dgm:t>
    </dgm:pt>
    <dgm:pt modelId="{1EC995AC-0805-412A-85B1-4ACFE4306C2D}">
      <dgm:prSet/>
      <dgm:spPr/>
      <dgm:t>
        <a:bodyPr/>
        <a:lstStyle/>
        <a:p>
          <a:pPr>
            <a:buNone/>
          </a:pPr>
          <a:r>
            <a:rPr lang="en-US" dirty="0"/>
            <a:t> int speed;</a:t>
          </a:r>
        </a:p>
      </dgm:t>
    </dgm:pt>
    <dgm:pt modelId="{4B367F19-710F-4D55-A4E7-8EFCC42289D4}" type="parTrans" cxnId="{46C131C7-DCAD-4A68-AC64-ECF97FAD8125}">
      <dgm:prSet/>
      <dgm:spPr/>
      <dgm:t>
        <a:bodyPr/>
        <a:lstStyle/>
        <a:p>
          <a:endParaRPr lang="en-US"/>
        </a:p>
      </dgm:t>
    </dgm:pt>
    <dgm:pt modelId="{308089D0-81C8-4B0E-B3D2-11133662B727}" type="sibTrans" cxnId="{46C131C7-DCAD-4A68-AC64-ECF97FAD8125}">
      <dgm:prSet/>
      <dgm:spPr/>
      <dgm:t>
        <a:bodyPr/>
        <a:lstStyle/>
        <a:p>
          <a:endParaRPr lang="en-US"/>
        </a:p>
      </dgm:t>
    </dgm:pt>
    <dgm:pt modelId="{A7BBB7B3-7CC4-40B2-BDDC-E230CC144031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A91E1BD7-6C0C-4A6C-BDC3-49C5B793DC40}" type="parTrans" cxnId="{04019CD3-4081-460E-9E7C-FD35A7CA68DC}">
      <dgm:prSet/>
      <dgm:spPr/>
      <dgm:t>
        <a:bodyPr/>
        <a:lstStyle/>
        <a:p>
          <a:endParaRPr lang="en-US"/>
        </a:p>
      </dgm:t>
    </dgm:pt>
    <dgm:pt modelId="{AAC79F7B-BEB6-4247-ADEE-9FC3E7CF2A98}" type="sibTrans" cxnId="{04019CD3-4081-460E-9E7C-FD35A7CA68DC}">
      <dgm:prSet/>
      <dgm:spPr/>
      <dgm:t>
        <a:bodyPr/>
        <a:lstStyle/>
        <a:p>
          <a:endParaRPr lang="en-US"/>
        </a:p>
      </dgm:t>
    </dgm:pt>
    <dgm:pt modelId="{B502FE80-ADFB-4895-A981-563791795553}">
      <dgm:prSet/>
      <dgm:spPr/>
      <dgm:t>
        <a:bodyPr/>
        <a:lstStyle/>
        <a:p>
          <a:pPr>
            <a:buNone/>
          </a:pPr>
          <a:r>
            <a:rPr lang="en-US" dirty="0"/>
            <a:t> void drive() {</a:t>
          </a:r>
        </a:p>
      </dgm:t>
    </dgm:pt>
    <dgm:pt modelId="{C67790A1-FB1C-461F-B6DA-589597F9A698}" type="parTrans" cxnId="{D8BEEE15-4BB7-48AE-A3C3-9BDEC259A5D5}">
      <dgm:prSet/>
      <dgm:spPr/>
      <dgm:t>
        <a:bodyPr/>
        <a:lstStyle/>
        <a:p>
          <a:endParaRPr lang="en-US"/>
        </a:p>
      </dgm:t>
    </dgm:pt>
    <dgm:pt modelId="{B09B5EDC-8AA0-4C0B-84FE-83F3E7AA22C7}" type="sibTrans" cxnId="{D8BEEE15-4BB7-48AE-A3C3-9BDEC259A5D5}">
      <dgm:prSet/>
      <dgm:spPr/>
      <dgm:t>
        <a:bodyPr/>
        <a:lstStyle/>
        <a:p>
          <a:endParaRPr lang="en-US"/>
        </a:p>
      </dgm:t>
    </dgm:pt>
    <dgm:pt modelId="{C54C1CF6-111A-4F14-B190-BE23BB934D31}">
      <dgm:prSet/>
      <dgm:spPr/>
      <dgm:t>
        <a:bodyPr/>
        <a:lstStyle/>
        <a:p>
          <a:pPr>
            <a:buNone/>
          </a:pPr>
          <a:r>
            <a:rPr lang="en-US" dirty="0"/>
            <a:t> 	</a:t>
          </a:r>
          <a:r>
            <a:rPr lang="en-US" dirty="0" err="1"/>
            <a:t>System.out.println</a:t>
          </a:r>
          <a:r>
            <a:rPr lang="en-US" dirty="0"/>
            <a:t>("The car is driving at " + speed + " km/h");</a:t>
          </a:r>
        </a:p>
      </dgm:t>
    </dgm:pt>
    <dgm:pt modelId="{C5088455-9A6D-401C-8935-7FE1F4233DFE}" type="parTrans" cxnId="{B4FED277-B59E-4146-9FE0-ED396C67CD98}">
      <dgm:prSet/>
      <dgm:spPr/>
      <dgm:t>
        <a:bodyPr/>
        <a:lstStyle/>
        <a:p>
          <a:endParaRPr lang="en-US"/>
        </a:p>
      </dgm:t>
    </dgm:pt>
    <dgm:pt modelId="{865AAA5E-D3CA-4FF8-9001-7167DDF91F30}" type="sibTrans" cxnId="{B4FED277-B59E-4146-9FE0-ED396C67CD98}">
      <dgm:prSet/>
      <dgm:spPr/>
      <dgm:t>
        <a:bodyPr/>
        <a:lstStyle/>
        <a:p>
          <a:endParaRPr lang="en-US"/>
        </a:p>
      </dgm:t>
    </dgm:pt>
    <dgm:pt modelId="{11C809D7-4639-4832-91DB-EBED0274BA87}">
      <dgm:prSet/>
      <dgm:spPr/>
      <dgm:t>
        <a:bodyPr/>
        <a:lstStyle/>
        <a:p>
          <a:pPr>
            <a:buNone/>
          </a:pPr>
          <a:r>
            <a:rPr lang="en-US" dirty="0"/>
            <a:t> }</a:t>
          </a:r>
        </a:p>
      </dgm:t>
    </dgm:pt>
    <dgm:pt modelId="{40B32ADA-A37D-49F1-AB02-36971B63AD8A}" type="parTrans" cxnId="{951AD2C7-4C5B-4E41-ACF1-6C995F17F369}">
      <dgm:prSet/>
      <dgm:spPr/>
      <dgm:t>
        <a:bodyPr/>
        <a:lstStyle/>
        <a:p>
          <a:endParaRPr lang="en-US"/>
        </a:p>
      </dgm:t>
    </dgm:pt>
    <dgm:pt modelId="{8E9125D9-4FBA-4F1E-ACFA-8ADABB938020}" type="sibTrans" cxnId="{951AD2C7-4C5B-4E41-ACF1-6C995F17F369}">
      <dgm:prSet/>
      <dgm:spPr/>
      <dgm:t>
        <a:bodyPr/>
        <a:lstStyle/>
        <a:p>
          <a:endParaRPr lang="en-US"/>
        </a:p>
      </dgm:t>
    </dgm:pt>
    <dgm:pt modelId="{FC12D7AC-B64C-47E3-A919-57743CCABCF2}" type="pres">
      <dgm:prSet presAssocID="{F463DE66-BB86-4F28-BCC0-3DEEE9859625}" presName="linear" presStyleCnt="0">
        <dgm:presLayoutVars>
          <dgm:animLvl val="lvl"/>
          <dgm:resizeHandles val="exact"/>
        </dgm:presLayoutVars>
      </dgm:prSet>
      <dgm:spPr/>
    </dgm:pt>
    <dgm:pt modelId="{18610558-09A9-4D9E-AF62-A895A30F598B}" type="pres">
      <dgm:prSet presAssocID="{2B3A7900-F2B0-4E39-972F-DB13ABADC0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ED280B6-C363-4A9A-B6E2-DFE6C1CFC3AE}" type="pres">
      <dgm:prSet presAssocID="{2B3A7900-F2B0-4E39-972F-DB13ABADC039}" presName="childText" presStyleLbl="revTx" presStyleIdx="0" presStyleCnt="1">
        <dgm:presLayoutVars>
          <dgm:bulletEnabled val="1"/>
        </dgm:presLayoutVars>
      </dgm:prSet>
      <dgm:spPr/>
    </dgm:pt>
    <dgm:pt modelId="{D2A20569-3478-47B5-AD4A-B2AFE2E910FB}" type="pres">
      <dgm:prSet presAssocID="{E8D4B552-D77C-46EE-B21E-A8AC52E40B1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8BEEE15-4BB7-48AE-A3C3-9BDEC259A5D5}" srcId="{2B3A7900-F2B0-4E39-972F-DB13ABADC039}" destId="{B502FE80-ADFB-4895-A981-563791795553}" srcOrd="3" destOrd="0" parTransId="{C67790A1-FB1C-461F-B6DA-589597F9A698}" sibTransId="{B09B5EDC-8AA0-4C0B-84FE-83F3E7AA22C7}"/>
    <dgm:cxn modelId="{789FF119-41EB-4CEC-870D-E7E5063B25B2}" type="presOf" srcId="{F463DE66-BB86-4F28-BCC0-3DEEE9859625}" destId="{FC12D7AC-B64C-47E3-A919-57743CCABCF2}" srcOrd="0" destOrd="0" presId="urn:microsoft.com/office/officeart/2005/8/layout/vList2"/>
    <dgm:cxn modelId="{6259B01B-09AC-47F5-AFA6-4BFA99353CE8}" type="presOf" srcId="{C54C1CF6-111A-4F14-B190-BE23BB934D31}" destId="{6ED280B6-C363-4A9A-B6E2-DFE6C1CFC3AE}" srcOrd="0" destOrd="4" presId="urn:microsoft.com/office/officeart/2005/8/layout/vList2"/>
    <dgm:cxn modelId="{00E34524-8AA4-4E88-8284-3BD9E49CCAB0}" type="presOf" srcId="{50C32864-D2F0-4DA0-AA9F-8BEB5076FD72}" destId="{6ED280B6-C363-4A9A-B6E2-DFE6C1CFC3AE}" srcOrd="0" destOrd="0" presId="urn:microsoft.com/office/officeart/2005/8/layout/vList2"/>
    <dgm:cxn modelId="{2504FC5D-AEA9-4706-8DFD-218CCF794E7F}" type="presOf" srcId="{11C809D7-4639-4832-91DB-EBED0274BA87}" destId="{6ED280B6-C363-4A9A-B6E2-DFE6C1CFC3AE}" srcOrd="0" destOrd="5" presId="urn:microsoft.com/office/officeart/2005/8/layout/vList2"/>
    <dgm:cxn modelId="{3C424567-1D3E-41C1-9B3A-C3850DFEACD9}" srcId="{F463DE66-BB86-4F28-BCC0-3DEEE9859625}" destId="{E8D4B552-D77C-46EE-B21E-A8AC52E40B1F}" srcOrd="1" destOrd="0" parTransId="{695A354C-7F6A-4C8C-88C7-B4B37E579E7C}" sibTransId="{469FA5C7-7600-43B5-85EB-D479D4AB2141}"/>
    <dgm:cxn modelId="{0C8B0669-7044-49A4-8D15-77149F42E077}" type="presOf" srcId="{E8D4B552-D77C-46EE-B21E-A8AC52E40B1F}" destId="{D2A20569-3478-47B5-AD4A-B2AFE2E910FB}" srcOrd="0" destOrd="0" presId="urn:microsoft.com/office/officeart/2005/8/layout/vList2"/>
    <dgm:cxn modelId="{E38EB150-33A4-4D00-92BA-E4E6E2F640CA}" type="presOf" srcId="{A7BBB7B3-7CC4-40B2-BDDC-E230CC144031}" destId="{6ED280B6-C363-4A9A-B6E2-DFE6C1CFC3AE}" srcOrd="0" destOrd="2" presId="urn:microsoft.com/office/officeart/2005/8/layout/vList2"/>
    <dgm:cxn modelId="{49272255-AD2A-4DBA-B9BD-777FA360838B}" srcId="{2B3A7900-F2B0-4E39-972F-DB13ABADC039}" destId="{50C32864-D2F0-4DA0-AA9F-8BEB5076FD72}" srcOrd="0" destOrd="0" parTransId="{3E0BFAE2-0392-4C0C-BFA5-C6A4DED3FF33}" sibTransId="{AF04BE3E-C40E-4E04-A304-A55EC2AE0069}"/>
    <dgm:cxn modelId="{70D48155-BBCB-4906-A802-FC66D9EEF1D8}" type="presOf" srcId="{2B3A7900-F2B0-4E39-972F-DB13ABADC039}" destId="{18610558-09A9-4D9E-AF62-A895A30F598B}" srcOrd="0" destOrd="0" presId="urn:microsoft.com/office/officeart/2005/8/layout/vList2"/>
    <dgm:cxn modelId="{B4FED277-B59E-4146-9FE0-ED396C67CD98}" srcId="{2B3A7900-F2B0-4E39-972F-DB13ABADC039}" destId="{C54C1CF6-111A-4F14-B190-BE23BB934D31}" srcOrd="4" destOrd="0" parTransId="{C5088455-9A6D-401C-8935-7FE1F4233DFE}" sibTransId="{865AAA5E-D3CA-4FF8-9001-7167DDF91F30}"/>
    <dgm:cxn modelId="{074B5195-0101-41D1-9C51-2CAC0E066EFC}" srcId="{F463DE66-BB86-4F28-BCC0-3DEEE9859625}" destId="{2B3A7900-F2B0-4E39-972F-DB13ABADC039}" srcOrd="0" destOrd="0" parTransId="{A80DEAC4-27D0-42ED-B0FD-64C90E24F9CB}" sibTransId="{800E00D8-ACF1-4CBB-8E15-50DDDF8B28EA}"/>
    <dgm:cxn modelId="{DCABCDA9-029A-4CBE-B27C-42878321A170}" type="presOf" srcId="{B502FE80-ADFB-4895-A981-563791795553}" destId="{6ED280B6-C363-4A9A-B6E2-DFE6C1CFC3AE}" srcOrd="0" destOrd="3" presId="urn:microsoft.com/office/officeart/2005/8/layout/vList2"/>
    <dgm:cxn modelId="{776900AB-1041-4737-B44D-F5642556E025}" type="presOf" srcId="{1EC995AC-0805-412A-85B1-4ACFE4306C2D}" destId="{6ED280B6-C363-4A9A-B6E2-DFE6C1CFC3AE}" srcOrd="0" destOrd="1" presId="urn:microsoft.com/office/officeart/2005/8/layout/vList2"/>
    <dgm:cxn modelId="{46C131C7-DCAD-4A68-AC64-ECF97FAD8125}" srcId="{2B3A7900-F2B0-4E39-972F-DB13ABADC039}" destId="{1EC995AC-0805-412A-85B1-4ACFE4306C2D}" srcOrd="1" destOrd="0" parTransId="{4B367F19-710F-4D55-A4E7-8EFCC42289D4}" sibTransId="{308089D0-81C8-4B0E-B3D2-11133662B727}"/>
    <dgm:cxn modelId="{951AD2C7-4C5B-4E41-ACF1-6C995F17F369}" srcId="{2B3A7900-F2B0-4E39-972F-DB13ABADC039}" destId="{11C809D7-4639-4832-91DB-EBED0274BA87}" srcOrd="5" destOrd="0" parTransId="{40B32ADA-A37D-49F1-AB02-36971B63AD8A}" sibTransId="{8E9125D9-4FBA-4F1E-ACFA-8ADABB938020}"/>
    <dgm:cxn modelId="{04019CD3-4081-460E-9E7C-FD35A7CA68DC}" srcId="{2B3A7900-F2B0-4E39-972F-DB13ABADC039}" destId="{A7BBB7B3-7CC4-40B2-BDDC-E230CC144031}" srcOrd="2" destOrd="0" parTransId="{A91E1BD7-6C0C-4A6C-BDC3-49C5B793DC40}" sibTransId="{AAC79F7B-BEB6-4247-ADEE-9FC3E7CF2A98}"/>
    <dgm:cxn modelId="{831001EB-387E-4694-BFB9-BC35E678613D}" type="presParOf" srcId="{FC12D7AC-B64C-47E3-A919-57743CCABCF2}" destId="{18610558-09A9-4D9E-AF62-A895A30F598B}" srcOrd="0" destOrd="0" presId="urn:microsoft.com/office/officeart/2005/8/layout/vList2"/>
    <dgm:cxn modelId="{136CBBDF-3223-489D-B39E-68A7D1E5D7D9}" type="presParOf" srcId="{FC12D7AC-B64C-47E3-A919-57743CCABCF2}" destId="{6ED280B6-C363-4A9A-B6E2-DFE6C1CFC3AE}" srcOrd="1" destOrd="0" presId="urn:microsoft.com/office/officeart/2005/8/layout/vList2"/>
    <dgm:cxn modelId="{AB6A490D-AC25-4019-9FE7-7E677C26A9C8}" type="presParOf" srcId="{FC12D7AC-B64C-47E3-A919-57743CCABCF2}" destId="{D2A20569-3478-47B5-AD4A-B2AFE2E910F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7E6E33C-41AC-4BB1-B313-BFC912BB3259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06D607F-BACE-4671-B3CC-4748E0341D82}">
      <dgm:prSet/>
      <dgm:spPr/>
      <dgm:t>
        <a:bodyPr/>
        <a:lstStyle/>
        <a:p>
          <a:r>
            <a:rPr lang="en-US" b="0" i="0" baseline="0"/>
            <a:t>An </a:t>
          </a:r>
          <a:r>
            <a:rPr lang="en-US" b="1" i="0" baseline="0"/>
            <a:t>instance</a:t>
          </a:r>
          <a:r>
            <a:rPr lang="en-US" b="0" i="0" baseline="0"/>
            <a:t> of a class. </a:t>
          </a:r>
          <a:endParaRPr lang="en-US"/>
        </a:p>
      </dgm:t>
    </dgm:pt>
    <dgm:pt modelId="{AFCE2819-DE43-4C56-9BD3-025DCC1E4247}" type="parTrans" cxnId="{AA37688A-708D-4FAA-A63D-E0803ACD8ABD}">
      <dgm:prSet/>
      <dgm:spPr/>
      <dgm:t>
        <a:bodyPr/>
        <a:lstStyle/>
        <a:p>
          <a:endParaRPr lang="en-US"/>
        </a:p>
      </dgm:t>
    </dgm:pt>
    <dgm:pt modelId="{519505C2-BF73-4847-93B0-6A038CF94E18}" type="sibTrans" cxnId="{AA37688A-708D-4FAA-A63D-E0803ACD8ABD}">
      <dgm:prSet/>
      <dgm:spPr/>
      <dgm:t>
        <a:bodyPr/>
        <a:lstStyle/>
        <a:p>
          <a:endParaRPr lang="en-US"/>
        </a:p>
      </dgm:t>
    </dgm:pt>
    <dgm:pt modelId="{D530FB44-470B-4B1E-80C8-2CE2366726DB}">
      <dgm:prSet/>
      <dgm:spPr/>
      <dgm:t>
        <a:bodyPr/>
        <a:lstStyle/>
        <a:p>
          <a:r>
            <a:rPr lang="en-US" b="0" i="0" baseline="0"/>
            <a:t>Each object has its own </a:t>
          </a:r>
          <a:r>
            <a:rPr lang="en-US" b="1" i="0" baseline="0"/>
            <a:t>state</a:t>
          </a:r>
          <a:r>
            <a:rPr lang="en-US" b="0" i="0" baseline="0"/>
            <a:t> (values of fields) and </a:t>
          </a:r>
          <a:r>
            <a:rPr lang="en-US" b="1" i="0" baseline="0"/>
            <a:t>behavior</a:t>
          </a:r>
          <a:r>
            <a:rPr lang="en-US" b="0" i="0" baseline="0"/>
            <a:t> (methods). </a:t>
          </a:r>
          <a:endParaRPr lang="en-US"/>
        </a:p>
      </dgm:t>
    </dgm:pt>
    <dgm:pt modelId="{587BAC2C-84CA-4A42-A783-8EF34880F953}" type="parTrans" cxnId="{987D144A-C22F-4C22-9EB1-34E90A3E09C3}">
      <dgm:prSet/>
      <dgm:spPr/>
      <dgm:t>
        <a:bodyPr/>
        <a:lstStyle/>
        <a:p>
          <a:endParaRPr lang="en-US"/>
        </a:p>
      </dgm:t>
    </dgm:pt>
    <dgm:pt modelId="{AFC6E7A1-42E9-43EB-8A21-8D59470BDECF}" type="sibTrans" cxnId="{987D144A-C22F-4C22-9EB1-34E90A3E09C3}">
      <dgm:prSet/>
      <dgm:spPr/>
      <dgm:t>
        <a:bodyPr/>
        <a:lstStyle/>
        <a:p>
          <a:endParaRPr lang="en-US"/>
        </a:p>
      </dgm:t>
    </dgm:pt>
    <dgm:pt modelId="{68F0A35C-3F02-4AF2-A411-D2454DD5CFC5}" type="pres">
      <dgm:prSet presAssocID="{67E6E33C-41AC-4BB1-B313-BFC912BB325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EB3E3FB-AB14-450C-A46D-10FFCFA7B6D5}" type="pres">
      <dgm:prSet presAssocID="{F06D607F-BACE-4671-B3CC-4748E0341D82}" presName="hierRoot1" presStyleCnt="0"/>
      <dgm:spPr/>
    </dgm:pt>
    <dgm:pt modelId="{2E885E09-BB19-4C14-9C25-25ABAFDAC419}" type="pres">
      <dgm:prSet presAssocID="{F06D607F-BACE-4671-B3CC-4748E0341D82}" presName="composite" presStyleCnt="0"/>
      <dgm:spPr/>
    </dgm:pt>
    <dgm:pt modelId="{66D8EBEB-EDC9-42F2-9EC8-C55A6C7465E8}" type="pres">
      <dgm:prSet presAssocID="{F06D607F-BACE-4671-B3CC-4748E0341D82}" presName="background" presStyleLbl="node0" presStyleIdx="0" presStyleCnt="2"/>
      <dgm:spPr/>
    </dgm:pt>
    <dgm:pt modelId="{3534A783-0CF2-4EBF-B2F6-B0106CF5B47C}" type="pres">
      <dgm:prSet presAssocID="{F06D607F-BACE-4671-B3CC-4748E0341D82}" presName="text" presStyleLbl="fgAcc0" presStyleIdx="0" presStyleCnt="2">
        <dgm:presLayoutVars>
          <dgm:chPref val="3"/>
        </dgm:presLayoutVars>
      </dgm:prSet>
      <dgm:spPr/>
    </dgm:pt>
    <dgm:pt modelId="{240666C8-5854-4231-B281-621242020EA2}" type="pres">
      <dgm:prSet presAssocID="{F06D607F-BACE-4671-B3CC-4748E0341D82}" presName="hierChild2" presStyleCnt="0"/>
      <dgm:spPr/>
    </dgm:pt>
    <dgm:pt modelId="{C1AF3D35-EAA4-4FB6-AB80-A15617273D18}" type="pres">
      <dgm:prSet presAssocID="{D530FB44-470B-4B1E-80C8-2CE2366726DB}" presName="hierRoot1" presStyleCnt="0"/>
      <dgm:spPr/>
    </dgm:pt>
    <dgm:pt modelId="{EE37065F-986E-45F8-9848-FA13D9BE16D5}" type="pres">
      <dgm:prSet presAssocID="{D530FB44-470B-4B1E-80C8-2CE2366726DB}" presName="composite" presStyleCnt="0"/>
      <dgm:spPr/>
    </dgm:pt>
    <dgm:pt modelId="{3B384000-55F3-4CC2-B312-B66D8F441940}" type="pres">
      <dgm:prSet presAssocID="{D530FB44-470B-4B1E-80C8-2CE2366726DB}" presName="background" presStyleLbl="node0" presStyleIdx="1" presStyleCnt="2"/>
      <dgm:spPr/>
    </dgm:pt>
    <dgm:pt modelId="{635DCF44-FEC6-4AFB-B8AB-4DC445CF36D5}" type="pres">
      <dgm:prSet presAssocID="{D530FB44-470B-4B1E-80C8-2CE2366726DB}" presName="text" presStyleLbl="fgAcc0" presStyleIdx="1" presStyleCnt="2">
        <dgm:presLayoutVars>
          <dgm:chPref val="3"/>
        </dgm:presLayoutVars>
      </dgm:prSet>
      <dgm:spPr/>
    </dgm:pt>
    <dgm:pt modelId="{33150C43-471D-45CA-BFA2-17CC3372BA56}" type="pres">
      <dgm:prSet presAssocID="{D530FB44-470B-4B1E-80C8-2CE2366726DB}" presName="hierChild2" presStyleCnt="0"/>
      <dgm:spPr/>
    </dgm:pt>
  </dgm:ptLst>
  <dgm:cxnLst>
    <dgm:cxn modelId="{6D976311-733E-4667-96B8-430EF4041B10}" type="presOf" srcId="{67E6E33C-41AC-4BB1-B313-BFC912BB3259}" destId="{68F0A35C-3F02-4AF2-A411-D2454DD5CFC5}" srcOrd="0" destOrd="0" presId="urn:microsoft.com/office/officeart/2005/8/layout/hierarchy1"/>
    <dgm:cxn modelId="{987D144A-C22F-4C22-9EB1-34E90A3E09C3}" srcId="{67E6E33C-41AC-4BB1-B313-BFC912BB3259}" destId="{D530FB44-470B-4B1E-80C8-2CE2366726DB}" srcOrd="1" destOrd="0" parTransId="{587BAC2C-84CA-4A42-A783-8EF34880F953}" sibTransId="{AFC6E7A1-42E9-43EB-8A21-8D59470BDECF}"/>
    <dgm:cxn modelId="{90BBC27A-B550-441B-996F-E70A525CC385}" type="presOf" srcId="{D530FB44-470B-4B1E-80C8-2CE2366726DB}" destId="{635DCF44-FEC6-4AFB-B8AB-4DC445CF36D5}" srcOrd="0" destOrd="0" presId="urn:microsoft.com/office/officeart/2005/8/layout/hierarchy1"/>
    <dgm:cxn modelId="{AA37688A-708D-4FAA-A63D-E0803ACD8ABD}" srcId="{67E6E33C-41AC-4BB1-B313-BFC912BB3259}" destId="{F06D607F-BACE-4671-B3CC-4748E0341D82}" srcOrd="0" destOrd="0" parTransId="{AFCE2819-DE43-4C56-9BD3-025DCC1E4247}" sibTransId="{519505C2-BF73-4847-93B0-6A038CF94E18}"/>
    <dgm:cxn modelId="{5246369C-E8BE-4452-95FD-B572F5E31E9C}" type="presOf" srcId="{F06D607F-BACE-4671-B3CC-4748E0341D82}" destId="{3534A783-0CF2-4EBF-B2F6-B0106CF5B47C}" srcOrd="0" destOrd="0" presId="urn:microsoft.com/office/officeart/2005/8/layout/hierarchy1"/>
    <dgm:cxn modelId="{DB68CFAD-3971-4B41-9CFB-C50E5024441D}" type="presParOf" srcId="{68F0A35C-3F02-4AF2-A411-D2454DD5CFC5}" destId="{AEB3E3FB-AB14-450C-A46D-10FFCFA7B6D5}" srcOrd="0" destOrd="0" presId="urn:microsoft.com/office/officeart/2005/8/layout/hierarchy1"/>
    <dgm:cxn modelId="{924F0F94-7E1E-4682-85A9-34C37D987EF9}" type="presParOf" srcId="{AEB3E3FB-AB14-450C-A46D-10FFCFA7B6D5}" destId="{2E885E09-BB19-4C14-9C25-25ABAFDAC419}" srcOrd="0" destOrd="0" presId="urn:microsoft.com/office/officeart/2005/8/layout/hierarchy1"/>
    <dgm:cxn modelId="{AE0058A9-6891-4676-B205-B70C970F2228}" type="presParOf" srcId="{2E885E09-BB19-4C14-9C25-25ABAFDAC419}" destId="{66D8EBEB-EDC9-42F2-9EC8-C55A6C7465E8}" srcOrd="0" destOrd="0" presId="urn:microsoft.com/office/officeart/2005/8/layout/hierarchy1"/>
    <dgm:cxn modelId="{FD2281CC-67E2-4298-8035-AC9023BFFB27}" type="presParOf" srcId="{2E885E09-BB19-4C14-9C25-25ABAFDAC419}" destId="{3534A783-0CF2-4EBF-B2F6-B0106CF5B47C}" srcOrd="1" destOrd="0" presId="urn:microsoft.com/office/officeart/2005/8/layout/hierarchy1"/>
    <dgm:cxn modelId="{1348236A-D4A9-4360-813B-8F9378BB7377}" type="presParOf" srcId="{AEB3E3FB-AB14-450C-A46D-10FFCFA7B6D5}" destId="{240666C8-5854-4231-B281-621242020EA2}" srcOrd="1" destOrd="0" presId="urn:microsoft.com/office/officeart/2005/8/layout/hierarchy1"/>
    <dgm:cxn modelId="{CC209D65-8D74-498C-A852-F77F4FA04659}" type="presParOf" srcId="{68F0A35C-3F02-4AF2-A411-D2454DD5CFC5}" destId="{C1AF3D35-EAA4-4FB6-AB80-A15617273D18}" srcOrd="1" destOrd="0" presId="urn:microsoft.com/office/officeart/2005/8/layout/hierarchy1"/>
    <dgm:cxn modelId="{E3457225-6E79-4CE3-A367-B51ECF9865F1}" type="presParOf" srcId="{C1AF3D35-EAA4-4FB6-AB80-A15617273D18}" destId="{EE37065F-986E-45F8-9848-FA13D9BE16D5}" srcOrd="0" destOrd="0" presId="urn:microsoft.com/office/officeart/2005/8/layout/hierarchy1"/>
    <dgm:cxn modelId="{63E5EE25-672E-49C7-861F-131EC6F30EE1}" type="presParOf" srcId="{EE37065F-986E-45F8-9848-FA13D9BE16D5}" destId="{3B384000-55F3-4CC2-B312-B66D8F441940}" srcOrd="0" destOrd="0" presId="urn:microsoft.com/office/officeart/2005/8/layout/hierarchy1"/>
    <dgm:cxn modelId="{4483395E-FF6E-4A08-899F-CE5120202B4C}" type="presParOf" srcId="{EE37065F-986E-45F8-9848-FA13D9BE16D5}" destId="{635DCF44-FEC6-4AFB-B8AB-4DC445CF36D5}" srcOrd="1" destOrd="0" presId="urn:microsoft.com/office/officeart/2005/8/layout/hierarchy1"/>
    <dgm:cxn modelId="{BEF03CB8-653F-42B1-82D6-533E9C8A8DC6}" type="presParOf" srcId="{C1AF3D35-EAA4-4FB6-AB80-A15617273D18}" destId="{33150C43-471D-45CA-BFA2-17CC3372BA5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815B03-6123-4DED-BA6A-EC50A84BB35A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E1D95A5-D540-47A7-88F2-D5D3EEC06288}">
      <dgm:prSet/>
      <dgm:spPr/>
      <dgm:t>
        <a:bodyPr/>
        <a:lstStyle/>
        <a:p>
          <a:r>
            <a:rPr lang="en-US" b="0" i="0" baseline="0"/>
            <a:t>Hides </a:t>
          </a:r>
          <a:r>
            <a:rPr lang="en-US" b="1" i="0" baseline="0"/>
            <a:t>internal details</a:t>
          </a:r>
          <a:r>
            <a:rPr lang="en-US" b="0" i="0" baseline="0"/>
            <a:t> of an object and provides </a:t>
          </a:r>
          <a:r>
            <a:rPr lang="en-US" b="1" i="0" baseline="0"/>
            <a:t>access via methods</a:t>
          </a:r>
          <a:r>
            <a:rPr lang="en-US" b="0" i="0" baseline="0"/>
            <a:t>. </a:t>
          </a:r>
          <a:endParaRPr lang="en-US"/>
        </a:p>
      </dgm:t>
    </dgm:pt>
    <dgm:pt modelId="{306CA347-EA7F-4D07-BBEC-46FDD93AD22E}" type="parTrans" cxnId="{E108E122-D0BD-4CB1-A46D-E8A231B88F00}">
      <dgm:prSet/>
      <dgm:spPr/>
      <dgm:t>
        <a:bodyPr/>
        <a:lstStyle/>
        <a:p>
          <a:endParaRPr lang="en-US"/>
        </a:p>
      </dgm:t>
    </dgm:pt>
    <dgm:pt modelId="{B5CD4D99-B703-4CA1-8656-759085B64481}" type="sibTrans" cxnId="{E108E122-D0BD-4CB1-A46D-E8A231B88F00}">
      <dgm:prSet/>
      <dgm:spPr/>
      <dgm:t>
        <a:bodyPr/>
        <a:lstStyle/>
        <a:p>
          <a:endParaRPr lang="en-US"/>
        </a:p>
      </dgm:t>
    </dgm:pt>
    <dgm:pt modelId="{12FA185A-D9D2-4852-BF25-D0ADEA719D52}">
      <dgm:prSet/>
      <dgm:spPr/>
      <dgm:t>
        <a:bodyPr/>
        <a:lstStyle/>
        <a:p>
          <a:r>
            <a:rPr lang="en-US" b="0" i="0" baseline="0"/>
            <a:t>Achieved using </a:t>
          </a:r>
          <a:r>
            <a:rPr lang="en-US" b="1" i="0" baseline="0"/>
            <a:t>private fields</a:t>
          </a:r>
          <a:r>
            <a:rPr lang="en-US" b="0" i="0" baseline="0"/>
            <a:t> and </a:t>
          </a:r>
          <a:r>
            <a:rPr lang="en-US" b="1" i="0" baseline="0"/>
            <a:t>public getters/setters</a:t>
          </a:r>
          <a:r>
            <a:rPr lang="en-US" b="0" i="0" baseline="0"/>
            <a:t>. </a:t>
          </a:r>
          <a:endParaRPr lang="en-US"/>
        </a:p>
      </dgm:t>
    </dgm:pt>
    <dgm:pt modelId="{883FE452-650F-4DF3-AE46-5AC7E333CB4F}" type="parTrans" cxnId="{32686FDB-64D8-4100-8409-1E2C46044429}">
      <dgm:prSet/>
      <dgm:spPr/>
      <dgm:t>
        <a:bodyPr/>
        <a:lstStyle/>
        <a:p>
          <a:endParaRPr lang="en-US"/>
        </a:p>
      </dgm:t>
    </dgm:pt>
    <dgm:pt modelId="{31388F25-3FC4-49A2-A913-DFF361C3A4B5}" type="sibTrans" cxnId="{32686FDB-64D8-4100-8409-1E2C46044429}">
      <dgm:prSet/>
      <dgm:spPr/>
      <dgm:t>
        <a:bodyPr/>
        <a:lstStyle/>
        <a:p>
          <a:endParaRPr lang="en-US"/>
        </a:p>
      </dgm:t>
    </dgm:pt>
    <dgm:pt modelId="{885D674C-D1BE-4340-A2B0-D9354EC5CBC5}" type="pres">
      <dgm:prSet presAssocID="{75815B03-6123-4DED-BA6A-EC50A84BB3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D165129-B56D-45FF-A985-6005370686F4}" type="pres">
      <dgm:prSet presAssocID="{7E1D95A5-D540-47A7-88F2-D5D3EEC06288}" presName="hierRoot1" presStyleCnt="0"/>
      <dgm:spPr/>
    </dgm:pt>
    <dgm:pt modelId="{811E1A74-AB12-4D43-8D0A-820722F57330}" type="pres">
      <dgm:prSet presAssocID="{7E1D95A5-D540-47A7-88F2-D5D3EEC06288}" presName="composite" presStyleCnt="0"/>
      <dgm:spPr/>
    </dgm:pt>
    <dgm:pt modelId="{71C78B90-8C31-42A3-BDAB-0BAA73FB2213}" type="pres">
      <dgm:prSet presAssocID="{7E1D95A5-D540-47A7-88F2-D5D3EEC06288}" presName="background" presStyleLbl="node0" presStyleIdx="0" presStyleCnt="2"/>
      <dgm:spPr/>
    </dgm:pt>
    <dgm:pt modelId="{5E224BFE-E2DE-4051-AE8E-C4DD8B784C85}" type="pres">
      <dgm:prSet presAssocID="{7E1D95A5-D540-47A7-88F2-D5D3EEC06288}" presName="text" presStyleLbl="fgAcc0" presStyleIdx="0" presStyleCnt="2">
        <dgm:presLayoutVars>
          <dgm:chPref val="3"/>
        </dgm:presLayoutVars>
      </dgm:prSet>
      <dgm:spPr/>
    </dgm:pt>
    <dgm:pt modelId="{EAAAF1ED-DBEF-4E8E-B7B8-1F45D4A644F5}" type="pres">
      <dgm:prSet presAssocID="{7E1D95A5-D540-47A7-88F2-D5D3EEC06288}" presName="hierChild2" presStyleCnt="0"/>
      <dgm:spPr/>
    </dgm:pt>
    <dgm:pt modelId="{80D55E3B-42BB-4AC0-ADE1-F506EB4E608F}" type="pres">
      <dgm:prSet presAssocID="{12FA185A-D9D2-4852-BF25-D0ADEA719D52}" presName="hierRoot1" presStyleCnt="0"/>
      <dgm:spPr/>
    </dgm:pt>
    <dgm:pt modelId="{9FF3B308-57C1-49EF-9F6B-49945DE33BE3}" type="pres">
      <dgm:prSet presAssocID="{12FA185A-D9D2-4852-BF25-D0ADEA719D52}" presName="composite" presStyleCnt="0"/>
      <dgm:spPr/>
    </dgm:pt>
    <dgm:pt modelId="{A8B0E44F-A984-41BE-A5D5-B36DA2CCEB29}" type="pres">
      <dgm:prSet presAssocID="{12FA185A-D9D2-4852-BF25-D0ADEA719D52}" presName="background" presStyleLbl="node0" presStyleIdx="1" presStyleCnt="2"/>
      <dgm:spPr/>
    </dgm:pt>
    <dgm:pt modelId="{FBC6DAF6-A785-427E-ADE1-DB59EDDD3527}" type="pres">
      <dgm:prSet presAssocID="{12FA185A-D9D2-4852-BF25-D0ADEA719D52}" presName="text" presStyleLbl="fgAcc0" presStyleIdx="1" presStyleCnt="2">
        <dgm:presLayoutVars>
          <dgm:chPref val="3"/>
        </dgm:presLayoutVars>
      </dgm:prSet>
      <dgm:spPr/>
    </dgm:pt>
    <dgm:pt modelId="{05F948A0-D4DC-4B3D-9891-0A8728D104E7}" type="pres">
      <dgm:prSet presAssocID="{12FA185A-D9D2-4852-BF25-D0ADEA719D52}" presName="hierChild2" presStyleCnt="0"/>
      <dgm:spPr/>
    </dgm:pt>
  </dgm:ptLst>
  <dgm:cxnLst>
    <dgm:cxn modelId="{E108E122-D0BD-4CB1-A46D-E8A231B88F00}" srcId="{75815B03-6123-4DED-BA6A-EC50A84BB35A}" destId="{7E1D95A5-D540-47A7-88F2-D5D3EEC06288}" srcOrd="0" destOrd="0" parTransId="{306CA347-EA7F-4D07-BBEC-46FDD93AD22E}" sibTransId="{B5CD4D99-B703-4CA1-8656-759085B64481}"/>
    <dgm:cxn modelId="{A9165185-9F7D-479D-A542-D2F4019E5158}" type="presOf" srcId="{75815B03-6123-4DED-BA6A-EC50A84BB35A}" destId="{885D674C-D1BE-4340-A2B0-D9354EC5CBC5}" srcOrd="0" destOrd="0" presId="urn:microsoft.com/office/officeart/2005/8/layout/hierarchy1"/>
    <dgm:cxn modelId="{79760F8B-F702-4FAD-9304-08FA15193524}" type="presOf" srcId="{7E1D95A5-D540-47A7-88F2-D5D3EEC06288}" destId="{5E224BFE-E2DE-4051-AE8E-C4DD8B784C85}" srcOrd="0" destOrd="0" presId="urn:microsoft.com/office/officeart/2005/8/layout/hierarchy1"/>
    <dgm:cxn modelId="{32686FDB-64D8-4100-8409-1E2C46044429}" srcId="{75815B03-6123-4DED-BA6A-EC50A84BB35A}" destId="{12FA185A-D9D2-4852-BF25-D0ADEA719D52}" srcOrd="1" destOrd="0" parTransId="{883FE452-650F-4DF3-AE46-5AC7E333CB4F}" sibTransId="{31388F25-3FC4-49A2-A913-DFF361C3A4B5}"/>
    <dgm:cxn modelId="{A4644BEF-42A8-4C2F-8A86-11C054F0B28E}" type="presOf" srcId="{12FA185A-D9D2-4852-BF25-D0ADEA719D52}" destId="{FBC6DAF6-A785-427E-ADE1-DB59EDDD3527}" srcOrd="0" destOrd="0" presId="urn:microsoft.com/office/officeart/2005/8/layout/hierarchy1"/>
    <dgm:cxn modelId="{936B5853-6CE6-4061-A4CB-D28E615890A2}" type="presParOf" srcId="{885D674C-D1BE-4340-A2B0-D9354EC5CBC5}" destId="{7D165129-B56D-45FF-A985-6005370686F4}" srcOrd="0" destOrd="0" presId="urn:microsoft.com/office/officeart/2005/8/layout/hierarchy1"/>
    <dgm:cxn modelId="{AFB94939-090C-4211-AE9C-75CEDD8C170E}" type="presParOf" srcId="{7D165129-B56D-45FF-A985-6005370686F4}" destId="{811E1A74-AB12-4D43-8D0A-820722F57330}" srcOrd="0" destOrd="0" presId="urn:microsoft.com/office/officeart/2005/8/layout/hierarchy1"/>
    <dgm:cxn modelId="{9C94B7F5-7851-4893-8A86-E8714A7802B1}" type="presParOf" srcId="{811E1A74-AB12-4D43-8D0A-820722F57330}" destId="{71C78B90-8C31-42A3-BDAB-0BAA73FB2213}" srcOrd="0" destOrd="0" presId="urn:microsoft.com/office/officeart/2005/8/layout/hierarchy1"/>
    <dgm:cxn modelId="{0EEFA784-4080-4729-9B4C-11CDF41C7705}" type="presParOf" srcId="{811E1A74-AB12-4D43-8D0A-820722F57330}" destId="{5E224BFE-E2DE-4051-AE8E-C4DD8B784C85}" srcOrd="1" destOrd="0" presId="urn:microsoft.com/office/officeart/2005/8/layout/hierarchy1"/>
    <dgm:cxn modelId="{441E8535-8E81-4249-8B22-ABD3B4D475C8}" type="presParOf" srcId="{7D165129-B56D-45FF-A985-6005370686F4}" destId="{EAAAF1ED-DBEF-4E8E-B7B8-1F45D4A644F5}" srcOrd="1" destOrd="0" presId="urn:microsoft.com/office/officeart/2005/8/layout/hierarchy1"/>
    <dgm:cxn modelId="{3A256B87-63A7-46BA-A096-C058FC2C6B05}" type="presParOf" srcId="{885D674C-D1BE-4340-A2B0-D9354EC5CBC5}" destId="{80D55E3B-42BB-4AC0-ADE1-F506EB4E608F}" srcOrd="1" destOrd="0" presId="urn:microsoft.com/office/officeart/2005/8/layout/hierarchy1"/>
    <dgm:cxn modelId="{B5185F95-1197-4FC4-A650-70566416AD23}" type="presParOf" srcId="{80D55E3B-42BB-4AC0-ADE1-F506EB4E608F}" destId="{9FF3B308-57C1-49EF-9F6B-49945DE33BE3}" srcOrd="0" destOrd="0" presId="urn:microsoft.com/office/officeart/2005/8/layout/hierarchy1"/>
    <dgm:cxn modelId="{1DB68569-C2AB-4969-AF07-D8FE8B63DFA0}" type="presParOf" srcId="{9FF3B308-57C1-49EF-9F6B-49945DE33BE3}" destId="{A8B0E44F-A984-41BE-A5D5-B36DA2CCEB29}" srcOrd="0" destOrd="0" presId="urn:microsoft.com/office/officeart/2005/8/layout/hierarchy1"/>
    <dgm:cxn modelId="{49B3C208-68D4-40FE-81A8-89CB442BCD33}" type="presParOf" srcId="{9FF3B308-57C1-49EF-9F6B-49945DE33BE3}" destId="{FBC6DAF6-A785-427E-ADE1-DB59EDDD3527}" srcOrd="1" destOrd="0" presId="urn:microsoft.com/office/officeart/2005/8/layout/hierarchy1"/>
    <dgm:cxn modelId="{3DAFC053-D98A-4A3A-9B1B-E3BDB4ED5AC5}" type="presParOf" srcId="{80D55E3B-42BB-4AC0-ADE1-F506EB4E608F}" destId="{05F948A0-D4DC-4B3D-9891-0A8728D104E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815D929-2874-464D-A17B-C358E668042B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EFF6574-7D15-4172-8F0A-0508FB6B7FB8}">
      <dgm:prSet/>
      <dgm:spPr/>
      <dgm:t>
        <a:bodyPr/>
        <a:lstStyle/>
        <a:p>
          <a:r>
            <a:rPr lang="en-US" b="0" i="0" baseline="0"/>
            <a:t>Allows a class (child) to </a:t>
          </a:r>
          <a:r>
            <a:rPr lang="en-US" b="1" i="0" baseline="0"/>
            <a:t>inherit properties and methods</a:t>
          </a:r>
          <a:r>
            <a:rPr lang="en-US" b="0" i="0" baseline="0"/>
            <a:t> from another class (parent).</a:t>
          </a:r>
          <a:endParaRPr lang="en-US"/>
        </a:p>
      </dgm:t>
    </dgm:pt>
    <dgm:pt modelId="{162C0A93-7B08-4566-8617-85209558F393}" type="parTrans" cxnId="{BFFDF196-C878-4836-9746-CBB411438F10}">
      <dgm:prSet/>
      <dgm:spPr/>
      <dgm:t>
        <a:bodyPr/>
        <a:lstStyle/>
        <a:p>
          <a:endParaRPr lang="en-US"/>
        </a:p>
      </dgm:t>
    </dgm:pt>
    <dgm:pt modelId="{58FC7C48-F06C-4F0E-B6C9-EDB3B2D052EF}" type="sibTrans" cxnId="{BFFDF196-C878-4836-9746-CBB411438F10}">
      <dgm:prSet/>
      <dgm:spPr/>
      <dgm:t>
        <a:bodyPr/>
        <a:lstStyle/>
        <a:p>
          <a:endParaRPr lang="en-US"/>
        </a:p>
      </dgm:t>
    </dgm:pt>
    <dgm:pt modelId="{394A930E-7F58-4A58-979E-78586516AB1B}">
      <dgm:prSet/>
      <dgm:spPr/>
      <dgm:t>
        <a:bodyPr/>
        <a:lstStyle/>
        <a:p>
          <a:r>
            <a:rPr lang="en-US" b="0" i="0" baseline="0"/>
            <a:t>Promotes </a:t>
          </a:r>
          <a:r>
            <a:rPr lang="en-US" b="1" i="0" baseline="0"/>
            <a:t>code reusability</a:t>
          </a:r>
          <a:r>
            <a:rPr lang="en-US" b="0" i="0" baseline="0"/>
            <a:t>. </a:t>
          </a:r>
          <a:endParaRPr lang="en-US"/>
        </a:p>
      </dgm:t>
    </dgm:pt>
    <dgm:pt modelId="{BE79C2E8-88A5-4314-BE2F-CF351F36529C}" type="parTrans" cxnId="{8F067A93-0F4A-4932-B773-54A631BB5BDF}">
      <dgm:prSet/>
      <dgm:spPr/>
      <dgm:t>
        <a:bodyPr/>
        <a:lstStyle/>
        <a:p>
          <a:endParaRPr lang="en-US"/>
        </a:p>
      </dgm:t>
    </dgm:pt>
    <dgm:pt modelId="{6FA2BFE9-53C3-46B9-B202-3406DC39668E}" type="sibTrans" cxnId="{8F067A93-0F4A-4932-B773-54A631BB5BDF}">
      <dgm:prSet/>
      <dgm:spPr/>
      <dgm:t>
        <a:bodyPr/>
        <a:lstStyle/>
        <a:p>
          <a:endParaRPr lang="en-US"/>
        </a:p>
      </dgm:t>
    </dgm:pt>
    <dgm:pt modelId="{6930CF0E-D157-49BB-B733-522CFEFDEFB1}" type="pres">
      <dgm:prSet presAssocID="{1815D929-2874-464D-A17B-C358E668042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A6CDACB-91E0-45C1-88F1-818644ABAA90}" type="pres">
      <dgm:prSet presAssocID="{8EFF6574-7D15-4172-8F0A-0508FB6B7FB8}" presName="hierRoot1" presStyleCnt="0"/>
      <dgm:spPr/>
    </dgm:pt>
    <dgm:pt modelId="{8BF8F524-6C55-4D94-A684-B77B44FAD8D6}" type="pres">
      <dgm:prSet presAssocID="{8EFF6574-7D15-4172-8F0A-0508FB6B7FB8}" presName="composite" presStyleCnt="0"/>
      <dgm:spPr/>
    </dgm:pt>
    <dgm:pt modelId="{9BEE64D1-7297-401A-B446-6B71F726CA39}" type="pres">
      <dgm:prSet presAssocID="{8EFF6574-7D15-4172-8F0A-0508FB6B7FB8}" presName="background" presStyleLbl="node0" presStyleIdx="0" presStyleCnt="2"/>
      <dgm:spPr/>
    </dgm:pt>
    <dgm:pt modelId="{1ED0D342-1D9E-4647-9CB6-2C5413313887}" type="pres">
      <dgm:prSet presAssocID="{8EFF6574-7D15-4172-8F0A-0508FB6B7FB8}" presName="text" presStyleLbl="fgAcc0" presStyleIdx="0" presStyleCnt="2">
        <dgm:presLayoutVars>
          <dgm:chPref val="3"/>
        </dgm:presLayoutVars>
      </dgm:prSet>
      <dgm:spPr/>
    </dgm:pt>
    <dgm:pt modelId="{EE822B4D-C746-44F7-A6B3-1D79354C83CC}" type="pres">
      <dgm:prSet presAssocID="{8EFF6574-7D15-4172-8F0A-0508FB6B7FB8}" presName="hierChild2" presStyleCnt="0"/>
      <dgm:spPr/>
    </dgm:pt>
    <dgm:pt modelId="{1179F43F-1027-4537-A513-86E585D7A714}" type="pres">
      <dgm:prSet presAssocID="{394A930E-7F58-4A58-979E-78586516AB1B}" presName="hierRoot1" presStyleCnt="0"/>
      <dgm:spPr/>
    </dgm:pt>
    <dgm:pt modelId="{193EA56F-159E-4B23-B553-D736FD235C44}" type="pres">
      <dgm:prSet presAssocID="{394A930E-7F58-4A58-979E-78586516AB1B}" presName="composite" presStyleCnt="0"/>
      <dgm:spPr/>
    </dgm:pt>
    <dgm:pt modelId="{9691B9AE-80B8-4938-BAE7-6D22B984AABC}" type="pres">
      <dgm:prSet presAssocID="{394A930E-7F58-4A58-979E-78586516AB1B}" presName="background" presStyleLbl="node0" presStyleIdx="1" presStyleCnt="2"/>
      <dgm:spPr/>
    </dgm:pt>
    <dgm:pt modelId="{4BEDAF19-001C-42FC-9CC1-3F0B6AF18834}" type="pres">
      <dgm:prSet presAssocID="{394A930E-7F58-4A58-979E-78586516AB1B}" presName="text" presStyleLbl="fgAcc0" presStyleIdx="1" presStyleCnt="2">
        <dgm:presLayoutVars>
          <dgm:chPref val="3"/>
        </dgm:presLayoutVars>
      </dgm:prSet>
      <dgm:spPr/>
    </dgm:pt>
    <dgm:pt modelId="{1E5CEE6E-255D-4D84-B70E-EDDD400AAF23}" type="pres">
      <dgm:prSet presAssocID="{394A930E-7F58-4A58-979E-78586516AB1B}" presName="hierChild2" presStyleCnt="0"/>
      <dgm:spPr/>
    </dgm:pt>
  </dgm:ptLst>
  <dgm:cxnLst>
    <dgm:cxn modelId="{AE722039-9916-4D7F-8542-C7D098D15926}" type="presOf" srcId="{394A930E-7F58-4A58-979E-78586516AB1B}" destId="{4BEDAF19-001C-42FC-9CC1-3F0B6AF18834}" srcOrd="0" destOrd="0" presId="urn:microsoft.com/office/officeart/2005/8/layout/hierarchy1"/>
    <dgm:cxn modelId="{F520053A-BE1A-4C6A-B196-C2F541970F7E}" type="presOf" srcId="{8EFF6574-7D15-4172-8F0A-0508FB6B7FB8}" destId="{1ED0D342-1D9E-4647-9CB6-2C5413313887}" srcOrd="0" destOrd="0" presId="urn:microsoft.com/office/officeart/2005/8/layout/hierarchy1"/>
    <dgm:cxn modelId="{43555577-1866-4EEB-8ED3-08C54A443FDA}" type="presOf" srcId="{1815D929-2874-464D-A17B-C358E668042B}" destId="{6930CF0E-D157-49BB-B733-522CFEFDEFB1}" srcOrd="0" destOrd="0" presId="urn:microsoft.com/office/officeart/2005/8/layout/hierarchy1"/>
    <dgm:cxn modelId="{8F067A93-0F4A-4932-B773-54A631BB5BDF}" srcId="{1815D929-2874-464D-A17B-C358E668042B}" destId="{394A930E-7F58-4A58-979E-78586516AB1B}" srcOrd="1" destOrd="0" parTransId="{BE79C2E8-88A5-4314-BE2F-CF351F36529C}" sibTransId="{6FA2BFE9-53C3-46B9-B202-3406DC39668E}"/>
    <dgm:cxn modelId="{BFFDF196-C878-4836-9746-CBB411438F10}" srcId="{1815D929-2874-464D-A17B-C358E668042B}" destId="{8EFF6574-7D15-4172-8F0A-0508FB6B7FB8}" srcOrd="0" destOrd="0" parTransId="{162C0A93-7B08-4566-8617-85209558F393}" sibTransId="{58FC7C48-F06C-4F0E-B6C9-EDB3B2D052EF}"/>
    <dgm:cxn modelId="{FE06C934-605F-4F42-95B6-7EE6A834983C}" type="presParOf" srcId="{6930CF0E-D157-49BB-B733-522CFEFDEFB1}" destId="{4A6CDACB-91E0-45C1-88F1-818644ABAA90}" srcOrd="0" destOrd="0" presId="urn:microsoft.com/office/officeart/2005/8/layout/hierarchy1"/>
    <dgm:cxn modelId="{9D8455D4-27B3-43B9-A956-95BCF5799E5D}" type="presParOf" srcId="{4A6CDACB-91E0-45C1-88F1-818644ABAA90}" destId="{8BF8F524-6C55-4D94-A684-B77B44FAD8D6}" srcOrd="0" destOrd="0" presId="urn:microsoft.com/office/officeart/2005/8/layout/hierarchy1"/>
    <dgm:cxn modelId="{4BB1BE48-7CB7-48FF-9841-EA3A4BB99722}" type="presParOf" srcId="{8BF8F524-6C55-4D94-A684-B77B44FAD8D6}" destId="{9BEE64D1-7297-401A-B446-6B71F726CA39}" srcOrd="0" destOrd="0" presId="urn:microsoft.com/office/officeart/2005/8/layout/hierarchy1"/>
    <dgm:cxn modelId="{2C0C866D-232E-471C-828B-5D845F96C8C2}" type="presParOf" srcId="{8BF8F524-6C55-4D94-A684-B77B44FAD8D6}" destId="{1ED0D342-1D9E-4647-9CB6-2C5413313887}" srcOrd="1" destOrd="0" presId="urn:microsoft.com/office/officeart/2005/8/layout/hierarchy1"/>
    <dgm:cxn modelId="{25613C0E-58F2-4255-A3D6-509045608DD5}" type="presParOf" srcId="{4A6CDACB-91E0-45C1-88F1-818644ABAA90}" destId="{EE822B4D-C746-44F7-A6B3-1D79354C83CC}" srcOrd="1" destOrd="0" presId="urn:microsoft.com/office/officeart/2005/8/layout/hierarchy1"/>
    <dgm:cxn modelId="{9397F468-621D-47A7-A905-8147918AD0E2}" type="presParOf" srcId="{6930CF0E-D157-49BB-B733-522CFEFDEFB1}" destId="{1179F43F-1027-4537-A513-86E585D7A714}" srcOrd="1" destOrd="0" presId="urn:microsoft.com/office/officeart/2005/8/layout/hierarchy1"/>
    <dgm:cxn modelId="{5808177E-53B8-44E9-836F-ABDB68AE07F6}" type="presParOf" srcId="{1179F43F-1027-4537-A513-86E585D7A714}" destId="{193EA56F-159E-4B23-B553-D736FD235C44}" srcOrd="0" destOrd="0" presId="urn:microsoft.com/office/officeart/2005/8/layout/hierarchy1"/>
    <dgm:cxn modelId="{05778A0D-C82D-457B-81A0-A469744D18F5}" type="presParOf" srcId="{193EA56F-159E-4B23-B553-D736FD235C44}" destId="{9691B9AE-80B8-4938-BAE7-6D22B984AABC}" srcOrd="0" destOrd="0" presId="urn:microsoft.com/office/officeart/2005/8/layout/hierarchy1"/>
    <dgm:cxn modelId="{14D720AD-1AF9-480B-9662-30CC7087A69D}" type="presParOf" srcId="{193EA56F-159E-4B23-B553-D736FD235C44}" destId="{4BEDAF19-001C-42FC-9CC1-3F0B6AF18834}" srcOrd="1" destOrd="0" presId="urn:microsoft.com/office/officeart/2005/8/layout/hierarchy1"/>
    <dgm:cxn modelId="{0B279642-D692-4DF6-B12D-168C1B558CB2}" type="presParOf" srcId="{1179F43F-1027-4537-A513-86E585D7A714}" destId="{1E5CEE6E-255D-4D84-B70E-EDDD400AAF2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0E7D156-0603-49E9-94C9-0FCBA5DB8865}" type="doc">
      <dgm:prSet loTypeId="urn:microsoft.com/office/officeart/2005/8/layout/hierarchy1" loCatId="hierarchy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5658E9C8-429D-4F88-AD71-3278894FA05A}">
      <dgm:prSet/>
      <dgm:spPr/>
      <dgm:t>
        <a:bodyPr/>
        <a:lstStyle/>
        <a:p>
          <a:r>
            <a:rPr lang="en-US" b="1" i="0" baseline="0"/>
            <a:t>One interface, multiple behaviors</a:t>
          </a:r>
          <a:r>
            <a:rPr lang="en-US" b="0" i="0" baseline="0"/>
            <a:t>. </a:t>
          </a:r>
          <a:endParaRPr lang="en-US"/>
        </a:p>
      </dgm:t>
    </dgm:pt>
    <dgm:pt modelId="{5CA64DBF-0444-4D3F-A6CE-F4A5347692A3}" type="parTrans" cxnId="{DC0A0467-4BC3-42A7-A9B1-0B76ED147A24}">
      <dgm:prSet/>
      <dgm:spPr/>
      <dgm:t>
        <a:bodyPr/>
        <a:lstStyle/>
        <a:p>
          <a:endParaRPr lang="en-US"/>
        </a:p>
      </dgm:t>
    </dgm:pt>
    <dgm:pt modelId="{B7782A7C-622C-4E41-992F-DB9B9E593604}" type="sibTrans" cxnId="{DC0A0467-4BC3-42A7-A9B1-0B76ED147A24}">
      <dgm:prSet/>
      <dgm:spPr/>
      <dgm:t>
        <a:bodyPr/>
        <a:lstStyle/>
        <a:p>
          <a:endParaRPr lang="en-US"/>
        </a:p>
      </dgm:t>
    </dgm:pt>
    <dgm:pt modelId="{9E776380-FF5B-4EC5-B040-6A6D574AF73E}">
      <dgm:prSet/>
      <dgm:spPr/>
      <dgm:t>
        <a:bodyPr/>
        <a:lstStyle/>
        <a:p>
          <a:r>
            <a:rPr lang="en-US" b="1" i="0" baseline="0"/>
            <a:t>Two types: </a:t>
          </a:r>
          <a:endParaRPr lang="en-US"/>
        </a:p>
      </dgm:t>
    </dgm:pt>
    <dgm:pt modelId="{1C511EA5-60B7-4F74-ABCB-FDCDFDA2B3AA}" type="parTrans" cxnId="{1E2FCE04-C05C-45BF-B56F-CBC5CCEEC248}">
      <dgm:prSet/>
      <dgm:spPr/>
      <dgm:t>
        <a:bodyPr/>
        <a:lstStyle/>
        <a:p>
          <a:endParaRPr lang="en-US"/>
        </a:p>
      </dgm:t>
    </dgm:pt>
    <dgm:pt modelId="{1B436DD1-DE17-4574-984F-862456741AB8}" type="sibTrans" cxnId="{1E2FCE04-C05C-45BF-B56F-CBC5CCEEC248}">
      <dgm:prSet/>
      <dgm:spPr/>
      <dgm:t>
        <a:bodyPr/>
        <a:lstStyle/>
        <a:p>
          <a:endParaRPr lang="en-US"/>
        </a:p>
      </dgm:t>
    </dgm:pt>
    <dgm:pt modelId="{BA8FA499-F285-4F08-8B2D-F226A9CF2FF5}">
      <dgm:prSet/>
      <dgm:spPr/>
      <dgm:t>
        <a:bodyPr/>
        <a:lstStyle/>
        <a:p>
          <a:r>
            <a:rPr lang="en-US" b="1" i="0" baseline="0"/>
            <a:t>Compile-time (method overloading)</a:t>
          </a:r>
          <a:r>
            <a:rPr lang="en-US" b="0" i="0" baseline="0"/>
            <a:t> – same method name, different parameters. </a:t>
          </a:r>
          <a:endParaRPr lang="en-US"/>
        </a:p>
      </dgm:t>
    </dgm:pt>
    <dgm:pt modelId="{9071AA4F-C2E8-42EE-92F1-1ACA1DEFD48F}" type="parTrans" cxnId="{F9CD6317-E875-4D59-91CC-40701C4EE8D5}">
      <dgm:prSet/>
      <dgm:spPr/>
      <dgm:t>
        <a:bodyPr/>
        <a:lstStyle/>
        <a:p>
          <a:endParaRPr lang="en-US"/>
        </a:p>
      </dgm:t>
    </dgm:pt>
    <dgm:pt modelId="{66E282DD-D944-4D54-BEA9-7FE6D79577CA}" type="sibTrans" cxnId="{F9CD6317-E875-4D59-91CC-40701C4EE8D5}">
      <dgm:prSet/>
      <dgm:spPr/>
      <dgm:t>
        <a:bodyPr/>
        <a:lstStyle/>
        <a:p>
          <a:endParaRPr lang="en-US"/>
        </a:p>
      </dgm:t>
    </dgm:pt>
    <dgm:pt modelId="{E8C42B69-62D2-4083-9C3B-4E8884013D93}">
      <dgm:prSet/>
      <dgm:spPr/>
      <dgm:t>
        <a:bodyPr/>
        <a:lstStyle/>
        <a:p>
          <a:r>
            <a:rPr lang="en-US" b="1" i="0" baseline="0"/>
            <a:t>Runtime (method overriding)</a:t>
          </a:r>
          <a:r>
            <a:rPr lang="en-US" b="0" i="0" baseline="0"/>
            <a:t> – subclass provides its own implementation of a parent method.</a:t>
          </a:r>
          <a:endParaRPr lang="en-US"/>
        </a:p>
      </dgm:t>
    </dgm:pt>
    <dgm:pt modelId="{70B62D34-5ED1-4558-A434-AF8F40404C01}" type="parTrans" cxnId="{32378B86-3410-4162-8754-3653BDBDF212}">
      <dgm:prSet/>
      <dgm:spPr/>
      <dgm:t>
        <a:bodyPr/>
        <a:lstStyle/>
        <a:p>
          <a:endParaRPr lang="en-US"/>
        </a:p>
      </dgm:t>
    </dgm:pt>
    <dgm:pt modelId="{CA89B98B-1E50-43BC-8E75-1A557526262E}" type="sibTrans" cxnId="{32378B86-3410-4162-8754-3653BDBDF212}">
      <dgm:prSet/>
      <dgm:spPr/>
      <dgm:t>
        <a:bodyPr/>
        <a:lstStyle/>
        <a:p>
          <a:endParaRPr lang="en-US"/>
        </a:p>
      </dgm:t>
    </dgm:pt>
    <dgm:pt modelId="{570C2A53-DE03-403D-B4F0-981F72CD75C3}" type="pres">
      <dgm:prSet presAssocID="{D0E7D156-0603-49E9-94C9-0FCBA5DB886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B12BC95-A742-496E-A850-65BFA4D617B8}" type="pres">
      <dgm:prSet presAssocID="{5658E9C8-429D-4F88-AD71-3278894FA05A}" presName="hierRoot1" presStyleCnt="0"/>
      <dgm:spPr/>
    </dgm:pt>
    <dgm:pt modelId="{A3AA4276-BD8D-43AD-945C-4FDF1D3F1C8E}" type="pres">
      <dgm:prSet presAssocID="{5658E9C8-429D-4F88-AD71-3278894FA05A}" presName="composite" presStyleCnt="0"/>
      <dgm:spPr/>
    </dgm:pt>
    <dgm:pt modelId="{89EC0087-B882-4605-8DCA-3987432AB163}" type="pres">
      <dgm:prSet presAssocID="{5658E9C8-429D-4F88-AD71-3278894FA05A}" presName="background" presStyleLbl="node0" presStyleIdx="0" presStyleCnt="2"/>
      <dgm:spPr/>
    </dgm:pt>
    <dgm:pt modelId="{9DEAB8F4-B135-4662-B787-F0153104A351}" type="pres">
      <dgm:prSet presAssocID="{5658E9C8-429D-4F88-AD71-3278894FA05A}" presName="text" presStyleLbl="fgAcc0" presStyleIdx="0" presStyleCnt="2">
        <dgm:presLayoutVars>
          <dgm:chPref val="3"/>
        </dgm:presLayoutVars>
      </dgm:prSet>
      <dgm:spPr/>
    </dgm:pt>
    <dgm:pt modelId="{6F85B66B-3932-4FD9-A3DE-10A0892090ED}" type="pres">
      <dgm:prSet presAssocID="{5658E9C8-429D-4F88-AD71-3278894FA05A}" presName="hierChild2" presStyleCnt="0"/>
      <dgm:spPr/>
    </dgm:pt>
    <dgm:pt modelId="{825DDD69-A816-41BE-8F43-5C5EE31FCBC5}" type="pres">
      <dgm:prSet presAssocID="{9E776380-FF5B-4EC5-B040-6A6D574AF73E}" presName="hierRoot1" presStyleCnt="0"/>
      <dgm:spPr/>
    </dgm:pt>
    <dgm:pt modelId="{5A8EA0A2-A41F-452A-8730-3A4BCAA3585F}" type="pres">
      <dgm:prSet presAssocID="{9E776380-FF5B-4EC5-B040-6A6D574AF73E}" presName="composite" presStyleCnt="0"/>
      <dgm:spPr/>
    </dgm:pt>
    <dgm:pt modelId="{2BF03CF4-47D0-4792-B20B-B458B0326A53}" type="pres">
      <dgm:prSet presAssocID="{9E776380-FF5B-4EC5-B040-6A6D574AF73E}" presName="background" presStyleLbl="node0" presStyleIdx="1" presStyleCnt="2"/>
      <dgm:spPr/>
    </dgm:pt>
    <dgm:pt modelId="{65CC3B6D-B411-4FD9-9338-C14FA9C5270A}" type="pres">
      <dgm:prSet presAssocID="{9E776380-FF5B-4EC5-B040-6A6D574AF73E}" presName="text" presStyleLbl="fgAcc0" presStyleIdx="1" presStyleCnt="2">
        <dgm:presLayoutVars>
          <dgm:chPref val="3"/>
        </dgm:presLayoutVars>
      </dgm:prSet>
      <dgm:spPr/>
    </dgm:pt>
    <dgm:pt modelId="{43DBB777-2E4E-4C3D-BE30-AF31111C078A}" type="pres">
      <dgm:prSet presAssocID="{9E776380-FF5B-4EC5-B040-6A6D574AF73E}" presName="hierChild2" presStyleCnt="0"/>
      <dgm:spPr/>
    </dgm:pt>
    <dgm:pt modelId="{D3BBB6ED-06C8-42AE-BADC-CC00BBDC87B5}" type="pres">
      <dgm:prSet presAssocID="{9071AA4F-C2E8-42EE-92F1-1ACA1DEFD48F}" presName="Name10" presStyleLbl="parChTrans1D2" presStyleIdx="0" presStyleCnt="2"/>
      <dgm:spPr/>
    </dgm:pt>
    <dgm:pt modelId="{C800B6C6-4460-41DB-B203-8FF282A02922}" type="pres">
      <dgm:prSet presAssocID="{BA8FA499-F285-4F08-8B2D-F226A9CF2FF5}" presName="hierRoot2" presStyleCnt="0"/>
      <dgm:spPr/>
    </dgm:pt>
    <dgm:pt modelId="{8AB7EC25-9B57-48DF-BFC7-048B1DC579F8}" type="pres">
      <dgm:prSet presAssocID="{BA8FA499-F285-4F08-8B2D-F226A9CF2FF5}" presName="composite2" presStyleCnt="0"/>
      <dgm:spPr/>
    </dgm:pt>
    <dgm:pt modelId="{2F2FFCF5-C83A-410C-9778-BE9190B87BE3}" type="pres">
      <dgm:prSet presAssocID="{BA8FA499-F285-4F08-8B2D-F226A9CF2FF5}" presName="background2" presStyleLbl="node2" presStyleIdx="0" presStyleCnt="2"/>
      <dgm:spPr/>
    </dgm:pt>
    <dgm:pt modelId="{03156457-E476-49EB-B43F-137F8C47CEF8}" type="pres">
      <dgm:prSet presAssocID="{BA8FA499-F285-4F08-8B2D-F226A9CF2FF5}" presName="text2" presStyleLbl="fgAcc2" presStyleIdx="0" presStyleCnt="2">
        <dgm:presLayoutVars>
          <dgm:chPref val="3"/>
        </dgm:presLayoutVars>
      </dgm:prSet>
      <dgm:spPr/>
    </dgm:pt>
    <dgm:pt modelId="{E6AABB79-0C80-4260-8B95-051400D7A64E}" type="pres">
      <dgm:prSet presAssocID="{BA8FA499-F285-4F08-8B2D-F226A9CF2FF5}" presName="hierChild3" presStyleCnt="0"/>
      <dgm:spPr/>
    </dgm:pt>
    <dgm:pt modelId="{294E27CC-B416-46BF-B664-CB15696881D7}" type="pres">
      <dgm:prSet presAssocID="{70B62D34-5ED1-4558-A434-AF8F40404C01}" presName="Name10" presStyleLbl="parChTrans1D2" presStyleIdx="1" presStyleCnt="2"/>
      <dgm:spPr/>
    </dgm:pt>
    <dgm:pt modelId="{363DE49A-1183-44FC-8056-23177BBFFB47}" type="pres">
      <dgm:prSet presAssocID="{E8C42B69-62D2-4083-9C3B-4E8884013D93}" presName="hierRoot2" presStyleCnt="0"/>
      <dgm:spPr/>
    </dgm:pt>
    <dgm:pt modelId="{3C421282-5B3A-4E3A-A56D-ECB6E4D38DB7}" type="pres">
      <dgm:prSet presAssocID="{E8C42B69-62D2-4083-9C3B-4E8884013D93}" presName="composite2" presStyleCnt="0"/>
      <dgm:spPr/>
    </dgm:pt>
    <dgm:pt modelId="{27ED9E76-68CA-49AD-B051-FB66316D804B}" type="pres">
      <dgm:prSet presAssocID="{E8C42B69-62D2-4083-9C3B-4E8884013D93}" presName="background2" presStyleLbl="node2" presStyleIdx="1" presStyleCnt="2"/>
      <dgm:spPr/>
    </dgm:pt>
    <dgm:pt modelId="{55DD2FE3-6B51-46B0-A41B-4A6FE9D7E2A6}" type="pres">
      <dgm:prSet presAssocID="{E8C42B69-62D2-4083-9C3B-4E8884013D93}" presName="text2" presStyleLbl="fgAcc2" presStyleIdx="1" presStyleCnt="2">
        <dgm:presLayoutVars>
          <dgm:chPref val="3"/>
        </dgm:presLayoutVars>
      </dgm:prSet>
      <dgm:spPr/>
    </dgm:pt>
    <dgm:pt modelId="{3BB9F168-1B27-49F8-AE55-5D4FAC01C969}" type="pres">
      <dgm:prSet presAssocID="{E8C42B69-62D2-4083-9C3B-4E8884013D93}" presName="hierChild3" presStyleCnt="0"/>
      <dgm:spPr/>
    </dgm:pt>
  </dgm:ptLst>
  <dgm:cxnLst>
    <dgm:cxn modelId="{1E2FCE04-C05C-45BF-B56F-CBC5CCEEC248}" srcId="{D0E7D156-0603-49E9-94C9-0FCBA5DB8865}" destId="{9E776380-FF5B-4EC5-B040-6A6D574AF73E}" srcOrd="1" destOrd="0" parTransId="{1C511EA5-60B7-4F74-ABCB-FDCDFDA2B3AA}" sibTransId="{1B436DD1-DE17-4574-984F-862456741AB8}"/>
    <dgm:cxn modelId="{F9CD6317-E875-4D59-91CC-40701C4EE8D5}" srcId="{9E776380-FF5B-4EC5-B040-6A6D574AF73E}" destId="{BA8FA499-F285-4F08-8B2D-F226A9CF2FF5}" srcOrd="0" destOrd="0" parTransId="{9071AA4F-C2E8-42EE-92F1-1ACA1DEFD48F}" sibTransId="{66E282DD-D944-4D54-BEA9-7FE6D79577CA}"/>
    <dgm:cxn modelId="{25985628-022E-4F6B-9082-568BC67D3AE8}" type="presOf" srcId="{E8C42B69-62D2-4083-9C3B-4E8884013D93}" destId="{55DD2FE3-6B51-46B0-A41B-4A6FE9D7E2A6}" srcOrd="0" destOrd="0" presId="urn:microsoft.com/office/officeart/2005/8/layout/hierarchy1"/>
    <dgm:cxn modelId="{BAEC7763-E107-455A-928A-0F9D65C4C5F9}" type="presOf" srcId="{BA8FA499-F285-4F08-8B2D-F226A9CF2FF5}" destId="{03156457-E476-49EB-B43F-137F8C47CEF8}" srcOrd="0" destOrd="0" presId="urn:microsoft.com/office/officeart/2005/8/layout/hierarchy1"/>
    <dgm:cxn modelId="{CD0CF646-E292-4E4E-B46B-3912F80CCA22}" type="presOf" srcId="{9E776380-FF5B-4EC5-B040-6A6D574AF73E}" destId="{65CC3B6D-B411-4FD9-9338-C14FA9C5270A}" srcOrd="0" destOrd="0" presId="urn:microsoft.com/office/officeart/2005/8/layout/hierarchy1"/>
    <dgm:cxn modelId="{DC0A0467-4BC3-42A7-A9B1-0B76ED147A24}" srcId="{D0E7D156-0603-49E9-94C9-0FCBA5DB8865}" destId="{5658E9C8-429D-4F88-AD71-3278894FA05A}" srcOrd="0" destOrd="0" parTransId="{5CA64DBF-0444-4D3F-A6CE-F4A5347692A3}" sibTransId="{B7782A7C-622C-4E41-992F-DB9B9E593604}"/>
    <dgm:cxn modelId="{8295B46A-1001-4945-8A34-23DA1469C4D7}" type="presOf" srcId="{D0E7D156-0603-49E9-94C9-0FCBA5DB8865}" destId="{570C2A53-DE03-403D-B4F0-981F72CD75C3}" srcOrd="0" destOrd="0" presId="urn:microsoft.com/office/officeart/2005/8/layout/hierarchy1"/>
    <dgm:cxn modelId="{32378B86-3410-4162-8754-3653BDBDF212}" srcId="{9E776380-FF5B-4EC5-B040-6A6D574AF73E}" destId="{E8C42B69-62D2-4083-9C3B-4E8884013D93}" srcOrd="1" destOrd="0" parTransId="{70B62D34-5ED1-4558-A434-AF8F40404C01}" sibTransId="{CA89B98B-1E50-43BC-8E75-1A557526262E}"/>
    <dgm:cxn modelId="{577EC8A8-2544-4958-BAE9-92CC6E1E83D6}" type="presOf" srcId="{5658E9C8-429D-4F88-AD71-3278894FA05A}" destId="{9DEAB8F4-B135-4662-B787-F0153104A351}" srcOrd="0" destOrd="0" presId="urn:microsoft.com/office/officeart/2005/8/layout/hierarchy1"/>
    <dgm:cxn modelId="{D19C5EDA-97F4-47E9-8267-1262DDE27940}" type="presOf" srcId="{70B62D34-5ED1-4558-A434-AF8F40404C01}" destId="{294E27CC-B416-46BF-B664-CB15696881D7}" srcOrd="0" destOrd="0" presId="urn:microsoft.com/office/officeart/2005/8/layout/hierarchy1"/>
    <dgm:cxn modelId="{EE3122DF-6D42-4D30-A31E-7162750821A5}" type="presOf" srcId="{9071AA4F-C2E8-42EE-92F1-1ACA1DEFD48F}" destId="{D3BBB6ED-06C8-42AE-BADC-CC00BBDC87B5}" srcOrd="0" destOrd="0" presId="urn:microsoft.com/office/officeart/2005/8/layout/hierarchy1"/>
    <dgm:cxn modelId="{1B675A54-E019-4F64-9B55-27BDCD15755D}" type="presParOf" srcId="{570C2A53-DE03-403D-B4F0-981F72CD75C3}" destId="{4B12BC95-A742-496E-A850-65BFA4D617B8}" srcOrd="0" destOrd="0" presId="urn:microsoft.com/office/officeart/2005/8/layout/hierarchy1"/>
    <dgm:cxn modelId="{57056F53-5EA1-4F15-BA8F-49D44498E815}" type="presParOf" srcId="{4B12BC95-A742-496E-A850-65BFA4D617B8}" destId="{A3AA4276-BD8D-43AD-945C-4FDF1D3F1C8E}" srcOrd="0" destOrd="0" presId="urn:microsoft.com/office/officeart/2005/8/layout/hierarchy1"/>
    <dgm:cxn modelId="{EC00F653-AFE6-4F2C-9FAD-0A42183F32FD}" type="presParOf" srcId="{A3AA4276-BD8D-43AD-945C-4FDF1D3F1C8E}" destId="{89EC0087-B882-4605-8DCA-3987432AB163}" srcOrd="0" destOrd="0" presId="urn:microsoft.com/office/officeart/2005/8/layout/hierarchy1"/>
    <dgm:cxn modelId="{F5D6BCEF-C964-4F36-A4C7-30A01F7ABBE5}" type="presParOf" srcId="{A3AA4276-BD8D-43AD-945C-4FDF1D3F1C8E}" destId="{9DEAB8F4-B135-4662-B787-F0153104A351}" srcOrd="1" destOrd="0" presId="urn:microsoft.com/office/officeart/2005/8/layout/hierarchy1"/>
    <dgm:cxn modelId="{60D0A691-FDCF-4BDA-8A6E-B7203116751B}" type="presParOf" srcId="{4B12BC95-A742-496E-A850-65BFA4D617B8}" destId="{6F85B66B-3932-4FD9-A3DE-10A0892090ED}" srcOrd="1" destOrd="0" presId="urn:microsoft.com/office/officeart/2005/8/layout/hierarchy1"/>
    <dgm:cxn modelId="{0E9D2194-7786-43A5-B304-83AE1CBA802E}" type="presParOf" srcId="{570C2A53-DE03-403D-B4F0-981F72CD75C3}" destId="{825DDD69-A816-41BE-8F43-5C5EE31FCBC5}" srcOrd="1" destOrd="0" presId="urn:microsoft.com/office/officeart/2005/8/layout/hierarchy1"/>
    <dgm:cxn modelId="{86E2128D-478E-43B6-9A3E-B3C060010C01}" type="presParOf" srcId="{825DDD69-A816-41BE-8F43-5C5EE31FCBC5}" destId="{5A8EA0A2-A41F-452A-8730-3A4BCAA3585F}" srcOrd="0" destOrd="0" presId="urn:microsoft.com/office/officeart/2005/8/layout/hierarchy1"/>
    <dgm:cxn modelId="{3BAA163E-7500-45A6-9FAA-DA6B8E463CF5}" type="presParOf" srcId="{5A8EA0A2-A41F-452A-8730-3A4BCAA3585F}" destId="{2BF03CF4-47D0-4792-B20B-B458B0326A53}" srcOrd="0" destOrd="0" presId="urn:microsoft.com/office/officeart/2005/8/layout/hierarchy1"/>
    <dgm:cxn modelId="{B2CD3DC5-D117-46A9-B17A-399D8AC0B1F6}" type="presParOf" srcId="{5A8EA0A2-A41F-452A-8730-3A4BCAA3585F}" destId="{65CC3B6D-B411-4FD9-9338-C14FA9C5270A}" srcOrd="1" destOrd="0" presId="urn:microsoft.com/office/officeart/2005/8/layout/hierarchy1"/>
    <dgm:cxn modelId="{C77637AA-52C3-4CE9-AC65-FAD64C2DBE82}" type="presParOf" srcId="{825DDD69-A816-41BE-8F43-5C5EE31FCBC5}" destId="{43DBB777-2E4E-4C3D-BE30-AF31111C078A}" srcOrd="1" destOrd="0" presId="urn:microsoft.com/office/officeart/2005/8/layout/hierarchy1"/>
    <dgm:cxn modelId="{62E6FA79-1B6E-4626-B600-FA987335BF24}" type="presParOf" srcId="{43DBB777-2E4E-4C3D-BE30-AF31111C078A}" destId="{D3BBB6ED-06C8-42AE-BADC-CC00BBDC87B5}" srcOrd="0" destOrd="0" presId="urn:microsoft.com/office/officeart/2005/8/layout/hierarchy1"/>
    <dgm:cxn modelId="{449F9A98-9381-498F-B861-89AD91D55024}" type="presParOf" srcId="{43DBB777-2E4E-4C3D-BE30-AF31111C078A}" destId="{C800B6C6-4460-41DB-B203-8FF282A02922}" srcOrd="1" destOrd="0" presId="urn:microsoft.com/office/officeart/2005/8/layout/hierarchy1"/>
    <dgm:cxn modelId="{F79F8C9B-47A7-4701-B64E-97AC8C7D087B}" type="presParOf" srcId="{C800B6C6-4460-41DB-B203-8FF282A02922}" destId="{8AB7EC25-9B57-48DF-BFC7-048B1DC579F8}" srcOrd="0" destOrd="0" presId="urn:microsoft.com/office/officeart/2005/8/layout/hierarchy1"/>
    <dgm:cxn modelId="{AC912869-93A0-4E28-8AED-F24AEA75A20D}" type="presParOf" srcId="{8AB7EC25-9B57-48DF-BFC7-048B1DC579F8}" destId="{2F2FFCF5-C83A-410C-9778-BE9190B87BE3}" srcOrd="0" destOrd="0" presId="urn:microsoft.com/office/officeart/2005/8/layout/hierarchy1"/>
    <dgm:cxn modelId="{A267E894-82DF-40AC-89C6-C3AC31F01537}" type="presParOf" srcId="{8AB7EC25-9B57-48DF-BFC7-048B1DC579F8}" destId="{03156457-E476-49EB-B43F-137F8C47CEF8}" srcOrd="1" destOrd="0" presId="urn:microsoft.com/office/officeart/2005/8/layout/hierarchy1"/>
    <dgm:cxn modelId="{90AAF16B-516C-4169-997C-CA11744CDF76}" type="presParOf" srcId="{C800B6C6-4460-41DB-B203-8FF282A02922}" destId="{E6AABB79-0C80-4260-8B95-051400D7A64E}" srcOrd="1" destOrd="0" presId="urn:microsoft.com/office/officeart/2005/8/layout/hierarchy1"/>
    <dgm:cxn modelId="{7CB776F2-9D1E-4190-9A98-2F5E32C87D08}" type="presParOf" srcId="{43DBB777-2E4E-4C3D-BE30-AF31111C078A}" destId="{294E27CC-B416-46BF-B664-CB15696881D7}" srcOrd="2" destOrd="0" presId="urn:microsoft.com/office/officeart/2005/8/layout/hierarchy1"/>
    <dgm:cxn modelId="{93964763-BA02-4694-9CF2-BAD38868DAFC}" type="presParOf" srcId="{43DBB777-2E4E-4C3D-BE30-AF31111C078A}" destId="{363DE49A-1183-44FC-8056-23177BBFFB47}" srcOrd="3" destOrd="0" presId="urn:microsoft.com/office/officeart/2005/8/layout/hierarchy1"/>
    <dgm:cxn modelId="{381A9A87-EEDA-44D3-827C-878820E50850}" type="presParOf" srcId="{363DE49A-1183-44FC-8056-23177BBFFB47}" destId="{3C421282-5B3A-4E3A-A56D-ECB6E4D38DB7}" srcOrd="0" destOrd="0" presId="urn:microsoft.com/office/officeart/2005/8/layout/hierarchy1"/>
    <dgm:cxn modelId="{B2205DD5-8443-40D3-80B2-2971E661F363}" type="presParOf" srcId="{3C421282-5B3A-4E3A-A56D-ECB6E4D38DB7}" destId="{27ED9E76-68CA-49AD-B051-FB66316D804B}" srcOrd="0" destOrd="0" presId="urn:microsoft.com/office/officeart/2005/8/layout/hierarchy1"/>
    <dgm:cxn modelId="{AA43D1EB-E8BB-426F-A5A1-2E2404E35280}" type="presParOf" srcId="{3C421282-5B3A-4E3A-A56D-ECB6E4D38DB7}" destId="{55DD2FE3-6B51-46B0-A41B-4A6FE9D7E2A6}" srcOrd="1" destOrd="0" presId="urn:microsoft.com/office/officeart/2005/8/layout/hierarchy1"/>
    <dgm:cxn modelId="{AE8A02BB-5DA5-4558-929D-56FD81213FB6}" type="presParOf" srcId="{363DE49A-1183-44FC-8056-23177BBFFB47}" destId="{3BB9F168-1B27-49F8-AE55-5D4FAC01C96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0A7BF07-7FE3-4233-BE20-D1AF5DCE4A5E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AF866B5-A23D-4E35-91C1-570D1923E09B}">
      <dgm:prSet/>
      <dgm:spPr/>
      <dgm:t>
        <a:bodyPr/>
        <a:lstStyle/>
        <a:p>
          <a:r>
            <a:rPr lang="en-US" b="0" i="0" baseline="0"/>
            <a:t>Hides </a:t>
          </a:r>
          <a:r>
            <a:rPr lang="en-US" b="1" i="0" baseline="0"/>
            <a:t>implementation details</a:t>
          </a:r>
          <a:r>
            <a:rPr lang="en-US" b="0" i="0" baseline="0"/>
            <a:t>, showing only </a:t>
          </a:r>
          <a:r>
            <a:rPr lang="en-US" b="1" i="0" baseline="0"/>
            <a:t>essential features</a:t>
          </a:r>
          <a:r>
            <a:rPr lang="en-US" b="0" i="0" baseline="0"/>
            <a:t>. </a:t>
          </a:r>
          <a:endParaRPr lang="en-US"/>
        </a:p>
      </dgm:t>
    </dgm:pt>
    <dgm:pt modelId="{75573F80-3482-4452-B3F1-03E2BE9B2F61}" type="parTrans" cxnId="{052FF88B-C1FB-4505-8F52-8AF2410069CA}">
      <dgm:prSet/>
      <dgm:spPr/>
      <dgm:t>
        <a:bodyPr/>
        <a:lstStyle/>
        <a:p>
          <a:endParaRPr lang="en-US"/>
        </a:p>
      </dgm:t>
    </dgm:pt>
    <dgm:pt modelId="{86E8FCCB-16A9-41F9-8B8E-113339EB3619}" type="sibTrans" cxnId="{052FF88B-C1FB-4505-8F52-8AF2410069CA}">
      <dgm:prSet/>
      <dgm:spPr/>
      <dgm:t>
        <a:bodyPr/>
        <a:lstStyle/>
        <a:p>
          <a:endParaRPr lang="en-US"/>
        </a:p>
      </dgm:t>
    </dgm:pt>
    <dgm:pt modelId="{760F30CC-D64E-4625-8173-3A547E95EDBC}">
      <dgm:prSet/>
      <dgm:spPr/>
      <dgm:t>
        <a:bodyPr/>
        <a:lstStyle/>
        <a:p>
          <a:r>
            <a:rPr lang="en-US" b="0" i="0" baseline="0"/>
            <a:t>Achieved using </a:t>
          </a:r>
          <a:r>
            <a:rPr lang="en-US" b="1" i="0" baseline="0"/>
            <a:t>abstract classes</a:t>
          </a:r>
          <a:r>
            <a:rPr lang="en-US" b="0" i="0" baseline="0"/>
            <a:t> and </a:t>
          </a:r>
          <a:r>
            <a:rPr lang="en-US" b="1" i="0" baseline="0"/>
            <a:t>interfaces</a:t>
          </a:r>
          <a:r>
            <a:rPr lang="en-US" b="0" i="0" baseline="0"/>
            <a:t>. </a:t>
          </a:r>
          <a:endParaRPr lang="en-US"/>
        </a:p>
      </dgm:t>
    </dgm:pt>
    <dgm:pt modelId="{AC0D4CB8-D32C-4AD1-BA10-EDAF19E076EF}" type="parTrans" cxnId="{DA842166-7D97-463A-B39A-C1B758EDDAD2}">
      <dgm:prSet/>
      <dgm:spPr/>
      <dgm:t>
        <a:bodyPr/>
        <a:lstStyle/>
        <a:p>
          <a:endParaRPr lang="en-US"/>
        </a:p>
      </dgm:t>
    </dgm:pt>
    <dgm:pt modelId="{B996D790-8446-488D-8AD3-AF270ED2913F}" type="sibTrans" cxnId="{DA842166-7D97-463A-B39A-C1B758EDDAD2}">
      <dgm:prSet/>
      <dgm:spPr/>
      <dgm:t>
        <a:bodyPr/>
        <a:lstStyle/>
        <a:p>
          <a:endParaRPr lang="en-US"/>
        </a:p>
      </dgm:t>
    </dgm:pt>
    <dgm:pt modelId="{71A02DF3-18EA-41FB-81A0-6674626F0C97}" type="pres">
      <dgm:prSet presAssocID="{30A7BF07-7FE3-4233-BE20-D1AF5DCE4A5E}" presName="root" presStyleCnt="0">
        <dgm:presLayoutVars>
          <dgm:dir/>
          <dgm:resizeHandles val="exact"/>
        </dgm:presLayoutVars>
      </dgm:prSet>
      <dgm:spPr/>
    </dgm:pt>
    <dgm:pt modelId="{2AD3939E-5FC4-4DEE-8FB2-D1634AAD4AE9}" type="pres">
      <dgm:prSet presAssocID="{3AF866B5-A23D-4E35-91C1-570D1923E09B}" presName="compNode" presStyleCnt="0"/>
      <dgm:spPr/>
    </dgm:pt>
    <dgm:pt modelId="{C81A2E98-4C1F-48E4-ACF1-1B4E0AF2AFD4}" type="pres">
      <dgm:prSet presAssocID="{3AF866B5-A23D-4E35-91C1-570D1923E09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F6852C5-8F35-4D5C-8438-10288251C13C}" type="pres">
      <dgm:prSet presAssocID="{3AF866B5-A23D-4E35-91C1-570D1923E09B}" presName="spaceRect" presStyleCnt="0"/>
      <dgm:spPr/>
    </dgm:pt>
    <dgm:pt modelId="{BF243B40-2316-4CEB-9B6D-FABBABA60179}" type="pres">
      <dgm:prSet presAssocID="{3AF866B5-A23D-4E35-91C1-570D1923E09B}" presName="textRect" presStyleLbl="revTx" presStyleIdx="0" presStyleCnt="2">
        <dgm:presLayoutVars>
          <dgm:chMax val="1"/>
          <dgm:chPref val="1"/>
        </dgm:presLayoutVars>
      </dgm:prSet>
      <dgm:spPr/>
    </dgm:pt>
    <dgm:pt modelId="{C884DFB6-2FAE-4D45-AE2D-203094B633BB}" type="pres">
      <dgm:prSet presAssocID="{86E8FCCB-16A9-41F9-8B8E-113339EB3619}" presName="sibTrans" presStyleCnt="0"/>
      <dgm:spPr/>
    </dgm:pt>
    <dgm:pt modelId="{5DD57973-8E96-4EB3-A7D4-BB628A69DB23}" type="pres">
      <dgm:prSet presAssocID="{760F30CC-D64E-4625-8173-3A547E95EDBC}" presName="compNode" presStyleCnt="0"/>
      <dgm:spPr/>
    </dgm:pt>
    <dgm:pt modelId="{96E4DAD7-A601-4208-A2D2-B3F2DE11C5F9}" type="pres">
      <dgm:prSet presAssocID="{760F30CC-D64E-4625-8173-3A547E95EDB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8B22378-38DD-4D6E-A0EF-2E594CCEF31E}" type="pres">
      <dgm:prSet presAssocID="{760F30CC-D64E-4625-8173-3A547E95EDBC}" presName="spaceRect" presStyleCnt="0"/>
      <dgm:spPr/>
    </dgm:pt>
    <dgm:pt modelId="{AFBCD6AE-4AF0-42BF-9290-E9DD32B95CF4}" type="pres">
      <dgm:prSet presAssocID="{760F30CC-D64E-4625-8173-3A547E95EDB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9F0C440-C370-4B8D-8E8F-56B48C5499E0}" type="presOf" srcId="{760F30CC-D64E-4625-8173-3A547E95EDBC}" destId="{AFBCD6AE-4AF0-42BF-9290-E9DD32B95CF4}" srcOrd="0" destOrd="0" presId="urn:microsoft.com/office/officeart/2018/2/layout/IconLabelList"/>
    <dgm:cxn modelId="{DA842166-7D97-463A-B39A-C1B758EDDAD2}" srcId="{30A7BF07-7FE3-4233-BE20-D1AF5DCE4A5E}" destId="{760F30CC-D64E-4625-8173-3A547E95EDBC}" srcOrd="1" destOrd="0" parTransId="{AC0D4CB8-D32C-4AD1-BA10-EDAF19E076EF}" sibTransId="{B996D790-8446-488D-8AD3-AF270ED2913F}"/>
    <dgm:cxn modelId="{052FF88B-C1FB-4505-8F52-8AF2410069CA}" srcId="{30A7BF07-7FE3-4233-BE20-D1AF5DCE4A5E}" destId="{3AF866B5-A23D-4E35-91C1-570D1923E09B}" srcOrd="0" destOrd="0" parTransId="{75573F80-3482-4452-B3F1-03E2BE9B2F61}" sibTransId="{86E8FCCB-16A9-41F9-8B8E-113339EB3619}"/>
    <dgm:cxn modelId="{1AFE38A8-B6B9-4623-B3FF-332331F78001}" type="presOf" srcId="{30A7BF07-7FE3-4233-BE20-D1AF5DCE4A5E}" destId="{71A02DF3-18EA-41FB-81A0-6674626F0C97}" srcOrd="0" destOrd="0" presId="urn:microsoft.com/office/officeart/2018/2/layout/IconLabelList"/>
    <dgm:cxn modelId="{24509DEF-820F-4FF8-966F-F85C4FB4DFC0}" type="presOf" srcId="{3AF866B5-A23D-4E35-91C1-570D1923E09B}" destId="{BF243B40-2316-4CEB-9B6D-FABBABA60179}" srcOrd="0" destOrd="0" presId="urn:microsoft.com/office/officeart/2018/2/layout/IconLabelList"/>
    <dgm:cxn modelId="{D8F76369-20E4-47A5-AE86-6C53CAF2A8B2}" type="presParOf" srcId="{71A02DF3-18EA-41FB-81A0-6674626F0C97}" destId="{2AD3939E-5FC4-4DEE-8FB2-D1634AAD4AE9}" srcOrd="0" destOrd="0" presId="urn:microsoft.com/office/officeart/2018/2/layout/IconLabelList"/>
    <dgm:cxn modelId="{3E0009E7-BB6D-4FB6-9436-D79D9930D896}" type="presParOf" srcId="{2AD3939E-5FC4-4DEE-8FB2-D1634AAD4AE9}" destId="{C81A2E98-4C1F-48E4-ACF1-1B4E0AF2AFD4}" srcOrd="0" destOrd="0" presId="urn:microsoft.com/office/officeart/2018/2/layout/IconLabelList"/>
    <dgm:cxn modelId="{96052523-A872-4985-8B9A-B8596428D52C}" type="presParOf" srcId="{2AD3939E-5FC4-4DEE-8FB2-D1634AAD4AE9}" destId="{8F6852C5-8F35-4D5C-8438-10288251C13C}" srcOrd="1" destOrd="0" presId="urn:microsoft.com/office/officeart/2018/2/layout/IconLabelList"/>
    <dgm:cxn modelId="{6159F6E8-1CC8-4AD4-BC9E-60A141FB877D}" type="presParOf" srcId="{2AD3939E-5FC4-4DEE-8FB2-D1634AAD4AE9}" destId="{BF243B40-2316-4CEB-9B6D-FABBABA60179}" srcOrd="2" destOrd="0" presId="urn:microsoft.com/office/officeart/2018/2/layout/IconLabelList"/>
    <dgm:cxn modelId="{008B0A60-546D-4B4F-9084-53D5F0E579B1}" type="presParOf" srcId="{71A02DF3-18EA-41FB-81A0-6674626F0C97}" destId="{C884DFB6-2FAE-4D45-AE2D-203094B633BB}" srcOrd="1" destOrd="0" presId="urn:microsoft.com/office/officeart/2018/2/layout/IconLabelList"/>
    <dgm:cxn modelId="{1F5EBD7E-FB4D-4125-9DE8-36F2B9EE3C4A}" type="presParOf" srcId="{71A02DF3-18EA-41FB-81A0-6674626F0C97}" destId="{5DD57973-8E96-4EB3-A7D4-BB628A69DB23}" srcOrd="2" destOrd="0" presId="urn:microsoft.com/office/officeart/2018/2/layout/IconLabelList"/>
    <dgm:cxn modelId="{14820B1F-4A44-413E-8BF6-B3444042754C}" type="presParOf" srcId="{5DD57973-8E96-4EB3-A7D4-BB628A69DB23}" destId="{96E4DAD7-A601-4208-A2D2-B3F2DE11C5F9}" srcOrd="0" destOrd="0" presId="urn:microsoft.com/office/officeart/2018/2/layout/IconLabelList"/>
    <dgm:cxn modelId="{BC391E98-5EF6-46F2-A6D6-FDC215089719}" type="presParOf" srcId="{5DD57973-8E96-4EB3-A7D4-BB628A69DB23}" destId="{18B22378-38DD-4D6E-A0EF-2E594CCEF31E}" srcOrd="1" destOrd="0" presId="urn:microsoft.com/office/officeart/2018/2/layout/IconLabelList"/>
    <dgm:cxn modelId="{1F87AF87-5C63-4665-A5D9-D632E603B9C9}" type="presParOf" srcId="{5DD57973-8E96-4EB3-A7D4-BB628A69DB23}" destId="{AFBCD6AE-4AF0-42BF-9290-E9DD32B95CF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2FCEECD-2D12-4220-BFF5-C119270D3D1B}" type="doc">
      <dgm:prSet loTypeId="urn:microsoft.com/office/officeart/2005/8/layout/process5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95280264-B398-4FE2-8B2D-09C245F858B5}">
      <dgm:prSet/>
      <dgm:spPr/>
      <dgm:t>
        <a:bodyPr/>
        <a:lstStyle/>
        <a:p>
          <a:r>
            <a:rPr lang="en-US" b="0" i="0" baseline="0"/>
            <a:t>An </a:t>
          </a:r>
          <a:r>
            <a:rPr lang="en-US" b="1" i="0" baseline="0"/>
            <a:t>interface</a:t>
          </a:r>
          <a:r>
            <a:rPr lang="en-US" b="0" i="0" baseline="0"/>
            <a:t> is a </a:t>
          </a:r>
          <a:r>
            <a:rPr lang="en-US" b="1" i="0" baseline="0"/>
            <a:t>blueprint for a class</a:t>
          </a:r>
          <a:r>
            <a:rPr lang="en-US" b="0" i="0" baseline="0"/>
            <a:t>. </a:t>
          </a:r>
          <a:endParaRPr lang="en-US"/>
        </a:p>
      </dgm:t>
    </dgm:pt>
    <dgm:pt modelId="{57C5ECAD-AD8F-406A-83DB-85400CFED07A}" type="parTrans" cxnId="{46FA7DDB-6BC0-4846-8A7B-541F4518ADC6}">
      <dgm:prSet/>
      <dgm:spPr/>
      <dgm:t>
        <a:bodyPr/>
        <a:lstStyle/>
        <a:p>
          <a:endParaRPr lang="en-US"/>
        </a:p>
      </dgm:t>
    </dgm:pt>
    <dgm:pt modelId="{63782960-C556-449B-96BD-35CDA76A1A3A}" type="sibTrans" cxnId="{46FA7DDB-6BC0-4846-8A7B-541F4518ADC6}">
      <dgm:prSet/>
      <dgm:spPr/>
      <dgm:t>
        <a:bodyPr/>
        <a:lstStyle/>
        <a:p>
          <a:endParaRPr lang="en-US"/>
        </a:p>
      </dgm:t>
    </dgm:pt>
    <dgm:pt modelId="{11E3647A-60BF-41B8-A710-804C9DF2241D}">
      <dgm:prSet/>
      <dgm:spPr/>
      <dgm:t>
        <a:bodyPr/>
        <a:lstStyle/>
        <a:p>
          <a:r>
            <a:rPr lang="en-US" b="0" i="0" baseline="0"/>
            <a:t>It defines </a:t>
          </a:r>
          <a:r>
            <a:rPr lang="en-US" b="1" i="0" baseline="0"/>
            <a:t>methods that a class must implement</a:t>
          </a:r>
          <a:r>
            <a:rPr lang="en-US" b="0" i="0" baseline="0"/>
            <a:t>, </a:t>
          </a:r>
          <a:endParaRPr lang="en-US"/>
        </a:p>
      </dgm:t>
    </dgm:pt>
    <dgm:pt modelId="{30618266-760E-450E-A391-63C92C53C1E4}" type="parTrans" cxnId="{7A64F450-52DB-42FE-B847-C1511BC29880}">
      <dgm:prSet/>
      <dgm:spPr/>
      <dgm:t>
        <a:bodyPr/>
        <a:lstStyle/>
        <a:p>
          <a:endParaRPr lang="en-US"/>
        </a:p>
      </dgm:t>
    </dgm:pt>
    <dgm:pt modelId="{0FF92064-491A-425D-89B0-85364C4C3FAB}" type="sibTrans" cxnId="{7A64F450-52DB-42FE-B847-C1511BC29880}">
      <dgm:prSet/>
      <dgm:spPr/>
      <dgm:t>
        <a:bodyPr/>
        <a:lstStyle/>
        <a:p>
          <a:endParaRPr lang="en-US"/>
        </a:p>
      </dgm:t>
    </dgm:pt>
    <dgm:pt modelId="{F39EBB9D-9C78-4CE0-A740-DBD4BACEA780}">
      <dgm:prSet/>
      <dgm:spPr/>
      <dgm:t>
        <a:bodyPr/>
        <a:lstStyle/>
        <a:p>
          <a:r>
            <a:rPr lang="en-US" b="0" i="0" baseline="0"/>
            <a:t>but </a:t>
          </a:r>
          <a:r>
            <a:rPr lang="en-US" b="1" i="0" baseline="0"/>
            <a:t>does not provide implementation</a:t>
          </a:r>
          <a:r>
            <a:rPr lang="en-US" b="0" i="0" baseline="0"/>
            <a:t> (except default/static methods in Java 8+). </a:t>
          </a:r>
          <a:endParaRPr lang="en-US"/>
        </a:p>
      </dgm:t>
    </dgm:pt>
    <dgm:pt modelId="{61F4CA0C-4F7F-473E-9798-BAE5B3FF9DA7}" type="parTrans" cxnId="{9D1F1168-1688-47E2-8269-E690D3615060}">
      <dgm:prSet/>
      <dgm:spPr/>
      <dgm:t>
        <a:bodyPr/>
        <a:lstStyle/>
        <a:p>
          <a:endParaRPr lang="en-US"/>
        </a:p>
      </dgm:t>
    </dgm:pt>
    <dgm:pt modelId="{0565279C-09C4-49E2-8048-91B8EDBBD981}" type="sibTrans" cxnId="{9D1F1168-1688-47E2-8269-E690D3615060}">
      <dgm:prSet/>
      <dgm:spPr/>
      <dgm:t>
        <a:bodyPr/>
        <a:lstStyle/>
        <a:p>
          <a:endParaRPr lang="en-US"/>
        </a:p>
      </dgm:t>
    </dgm:pt>
    <dgm:pt modelId="{B07DB197-E5D6-4722-B30A-1014522DE872}">
      <dgm:prSet/>
      <dgm:spPr/>
      <dgm:t>
        <a:bodyPr/>
        <a:lstStyle/>
        <a:p>
          <a:r>
            <a:rPr lang="en-US" b="0" i="0" baseline="0"/>
            <a:t>Used to achieve </a:t>
          </a:r>
          <a:r>
            <a:rPr lang="en-US" b="1" i="0" baseline="0"/>
            <a:t>100% abstraction</a:t>
          </a:r>
          <a:r>
            <a:rPr lang="en-US" b="0" i="0" baseline="0"/>
            <a:t> and </a:t>
          </a:r>
          <a:r>
            <a:rPr lang="en-US" b="1" i="0" baseline="0"/>
            <a:t>multiple inheritance</a:t>
          </a:r>
          <a:r>
            <a:rPr lang="en-US" b="0" i="0" baseline="0"/>
            <a:t> in Java </a:t>
          </a:r>
          <a:endParaRPr lang="en-US"/>
        </a:p>
      </dgm:t>
    </dgm:pt>
    <dgm:pt modelId="{501ED0C8-3996-4609-A580-7800386CF6BC}" type="parTrans" cxnId="{2ADB0296-EEDE-4E14-8D88-C02044AF9285}">
      <dgm:prSet/>
      <dgm:spPr/>
      <dgm:t>
        <a:bodyPr/>
        <a:lstStyle/>
        <a:p>
          <a:endParaRPr lang="en-US"/>
        </a:p>
      </dgm:t>
    </dgm:pt>
    <dgm:pt modelId="{B2FFCBA3-678C-4D03-983C-A10B1BCA4548}" type="sibTrans" cxnId="{2ADB0296-EEDE-4E14-8D88-C02044AF9285}">
      <dgm:prSet/>
      <dgm:spPr/>
      <dgm:t>
        <a:bodyPr/>
        <a:lstStyle/>
        <a:p>
          <a:endParaRPr lang="en-US"/>
        </a:p>
      </dgm:t>
    </dgm:pt>
    <dgm:pt modelId="{8028A60D-7376-400C-A063-C91D379341ED}" type="pres">
      <dgm:prSet presAssocID="{12FCEECD-2D12-4220-BFF5-C119270D3D1B}" presName="diagram" presStyleCnt="0">
        <dgm:presLayoutVars>
          <dgm:dir/>
          <dgm:resizeHandles val="exact"/>
        </dgm:presLayoutVars>
      </dgm:prSet>
      <dgm:spPr/>
    </dgm:pt>
    <dgm:pt modelId="{958B4E6B-12CF-4B14-9F1B-34C25BCACEAE}" type="pres">
      <dgm:prSet presAssocID="{95280264-B398-4FE2-8B2D-09C245F858B5}" presName="node" presStyleLbl="node1" presStyleIdx="0" presStyleCnt="4">
        <dgm:presLayoutVars>
          <dgm:bulletEnabled val="1"/>
        </dgm:presLayoutVars>
      </dgm:prSet>
      <dgm:spPr/>
    </dgm:pt>
    <dgm:pt modelId="{AE9165CC-F7DF-40E2-8011-B427CC751FA8}" type="pres">
      <dgm:prSet presAssocID="{63782960-C556-449B-96BD-35CDA76A1A3A}" presName="sibTrans" presStyleLbl="sibTrans2D1" presStyleIdx="0" presStyleCnt="3"/>
      <dgm:spPr/>
    </dgm:pt>
    <dgm:pt modelId="{FE301020-9EA4-4E9F-B295-F0815E591829}" type="pres">
      <dgm:prSet presAssocID="{63782960-C556-449B-96BD-35CDA76A1A3A}" presName="connectorText" presStyleLbl="sibTrans2D1" presStyleIdx="0" presStyleCnt="3"/>
      <dgm:spPr/>
    </dgm:pt>
    <dgm:pt modelId="{CAC72269-7051-4FC3-8166-D2802E7FAE11}" type="pres">
      <dgm:prSet presAssocID="{11E3647A-60BF-41B8-A710-804C9DF2241D}" presName="node" presStyleLbl="node1" presStyleIdx="1" presStyleCnt="4">
        <dgm:presLayoutVars>
          <dgm:bulletEnabled val="1"/>
        </dgm:presLayoutVars>
      </dgm:prSet>
      <dgm:spPr/>
    </dgm:pt>
    <dgm:pt modelId="{94F6E65C-DFE1-482B-98A7-945DAD7328CD}" type="pres">
      <dgm:prSet presAssocID="{0FF92064-491A-425D-89B0-85364C4C3FAB}" presName="sibTrans" presStyleLbl="sibTrans2D1" presStyleIdx="1" presStyleCnt="3"/>
      <dgm:spPr/>
    </dgm:pt>
    <dgm:pt modelId="{D76889F7-8060-4AE7-92C3-FC229F6C73D2}" type="pres">
      <dgm:prSet presAssocID="{0FF92064-491A-425D-89B0-85364C4C3FAB}" presName="connectorText" presStyleLbl="sibTrans2D1" presStyleIdx="1" presStyleCnt="3"/>
      <dgm:spPr/>
    </dgm:pt>
    <dgm:pt modelId="{3DA0445C-5530-485D-9347-19019D243740}" type="pres">
      <dgm:prSet presAssocID="{F39EBB9D-9C78-4CE0-A740-DBD4BACEA780}" presName="node" presStyleLbl="node1" presStyleIdx="2" presStyleCnt="4">
        <dgm:presLayoutVars>
          <dgm:bulletEnabled val="1"/>
        </dgm:presLayoutVars>
      </dgm:prSet>
      <dgm:spPr/>
    </dgm:pt>
    <dgm:pt modelId="{FF4BB571-C9AF-471C-8D19-DCECA54CA0C2}" type="pres">
      <dgm:prSet presAssocID="{0565279C-09C4-49E2-8048-91B8EDBBD981}" presName="sibTrans" presStyleLbl="sibTrans2D1" presStyleIdx="2" presStyleCnt="3"/>
      <dgm:spPr/>
    </dgm:pt>
    <dgm:pt modelId="{D2CF2678-B6F7-418E-9ED2-B90EB02C9047}" type="pres">
      <dgm:prSet presAssocID="{0565279C-09C4-49E2-8048-91B8EDBBD981}" presName="connectorText" presStyleLbl="sibTrans2D1" presStyleIdx="2" presStyleCnt="3"/>
      <dgm:spPr/>
    </dgm:pt>
    <dgm:pt modelId="{3E538480-4093-46D3-88D2-78985A43C50A}" type="pres">
      <dgm:prSet presAssocID="{B07DB197-E5D6-4722-B30A-1014522DE872}" presName="node" presStyleLbl="node1" presStyleIdx="3" presStyleCnt="4">
        <dgm:presLayoutVars>
          <dgm:bulletEnabled val="1"/>
        </dgm:presLayoutVars>
      </dgm:prSet>
      <dgm:spPr/>
    </dgm:pt>
  </dgm:ptLst>
  <dgm:cxnLst>
    <dgm:cxn modelId="{9A31250D-7448-4533-AB0E-361177CD6D29}" type="presOf" srcId="{12FCEECD-2D12-4220-BFF5-C119270D3D1B}" destId="{8028A60D-7376-400C-A063-C91D379341ED}" srcOrd="0" destOrd="0" presId="urn:microsoft.com/office/officeart/2005/8/layout/process5"/>
    <dgm:cxn modelId="{48CB8D11-CCC8-4F0C-952D-FEE32888E5F8}" type="presOf" srcId="{0565279C-09C4-49E2-8048-91B8EDBBD981}" destId="{FF4BB571-C9AF-471C-8D19-DCECA54CA0C2}" srcOrd="0" destOrd="0" presId="urn:microsoft.com/office/officeart/2005/8/layout/process5"/>
    <dgm:cxn modelId="{20DCB020-AC6E-4F00-9262-94968FF083F0}" type="presOf" srcId="{95280264-B398-4FE2-8B2D-09C245F858B5}" destId="{958B4E6B-12CF-4B14-9F1B-34C25BCACEAE}" srcOrd="0" destOrd="0" presId="urn:microsoft.com/office/officeart/2005/8/layout/process5"/>
    <dgm:cxn modelId="{9D1F1168-1688-47E2-8269-E690D3615060}" srcId="{12FCEECD-2D12-4220-BFF5-C119270D3D1B}" destId="{F39EBB9D-9C78-4CE0-A740-DBD4BACEA780}" srcOrd="2" destOrd="0" parTransId="{61F4CA0C-4F7F-473E-9798-BAE5B3FF9DA7}" sibTransId="{0565279C-09C4-49E2-8048-91B8EDBBD981}"/>
    <dgm:cxn modelId="{7A64F450-52DB-42FE-B847-C1511BC29880}" srcId="{12FCEECD-2D12-4220-BFF5-C119270D3D1B}" destId="{11E3647A-60BF-41B8-A710-804C9DF2241D}" srcOrd="1" destOrd="0" parTransId="{30618266-760E-450E-A391-63C92C53C1E4}" sibTransId="{0FF92064-491A-425D-89B0-85364C4C3FAB}"/>
    <dgm:cxn modelId="{2ADB0296-EEDE-4E14-8D88-C02044AF9285}" srcId="{12FCEECD-2D12-4220-BFF5-C119270D3D1B}" destId="{B07DB197-E5D6-4722-B30A-1014522DE872}" srcOrd="3" destOrd="0" parTransId="{501ED0C8-3996-4609-A580-7800386CF6BC}" sibTransId="{B2FFCBA3-678C-4D03-983C-A10B1BCA4548}"/>
    <dgm:cxn modelId="{90260999-E6B8-4F53-A0EF-3E3CD22837BD}" type="presOf" srcId="{0FF92064-491A-425D-89B0-85364C4C3FAB}" destId="{D76889F7-8060-4AE7-92C3-FC229F6C73D2}" srcOrd="1" destOrd="0" presId="urn:microsoft.com/office/officeart/2005/8/layout/process5"/>
    <dgm:cxn modelId="{E644A8BA-A7B1-408B-8C23-8967F9D1A58A}" type="presOf" srcId="{11E3647A-60BF-41B8-A710-804C9DF2241D}" destId="{CAC72269-7051-4FC3-8166-D2802E7FAE11}" srcOrd="0" destOrd="0" presId="urn:microsoft.com/office/officeart/2005/8/layout/process5"/>
    <dgm:cxn modelId="{6127F4BB-4772-4DA6-8E77-13BE887A34C5}" type="presOf" srcId="{63782960-C556-449B-96BD-35CDA76A1A3A}" destId="{FE301020-9EA4-4E9F-B295-F0815E591829}" srcOrd="1" destOrd="0" presId="urn:microsoft.com/office/officeart/2005/8/layout/process5"/>
    <dgm:cxn modelId="{9F0F1BD7-810C-4097-AD1D-51653EE6A9B9}" type="presOf" srcId="{B07DB197-E5D6-4722-B30A-1014522DE872}" destId="{3E538480-4093-46D3-88D2-78985A43C50A}" srcOrd="0" destOrd="0" presId="urn:microsoft.com/office/officeart/2005/8/layout/process5"/>
    <dgm:cxn modelId="{06D0B3D8-E543-4DA5-A70C-850FDE0896E3}" type="presOf" srcId="{0FF92064-491A-425D-89B0-85364C4C3FAB}" destId="{94F6E65C-DFE1-482B-98A7-945DAD7328CD}" srcOrd="0" destOrd="0" presId="urn:microsoft.com/office/officeart/2005/8/layout/process5"/>
    <dgm:cxn modelId="{6537D5D8-5540-4F75-B097-57F159E9F475}" type="presOf" srcId="{F39EBB9D-9C78-4CE0-A740-DBD4BACEA780}" destId="{3DA0445C-5530-485D-9347-19019D243740}" srcOrd="0" destOrd="0" presId="urn:microsoft.com/office/officeart/2005/8/layout/process5"/>
    <dgm:cxn modelId="{46FA7DDB-6BC0-4846-8A7B-541F4518ADC6}" srcId="{12FCEECD-2D12-4220-BFF5-C119270D3D1B}" destId="{95280264-B398-4FE2-8B2D-09C245F858B5}" srcOrd="0" destOrd="0" parTransId="{57C5ECAD-AD8F-406A-83DB-85400CFED07A}" sibTransId="{63782960-C556-449B-96BD-35CDA76A1A3A}"/>
    <dgm:cxn modelId="{18266CF4-9323-4F74-AA2D-3C3506A33347}" type="presOf" srcId="{0565279C-09C4-49E2-8048-91B8EDBBD981}" destId="{D2CF2678-B6F7-418E-9ED2-B90EB02C9047}" srcOrd="1" destOrd="0" presId="urn:microsoft.com/office/officeart/2005/8/layout/process5"/>
    <dgm:cxn modelId="{205E3CFE-E4DB-43F1-AB02-1E7B33E02BEA}" type="presOf" srcId="{63782960-C556-449B-96BD-35CDA76A1A3A}" destId="{AE9165CC-F7DF-40E2-8011-B427CC751FA8}" srcOrd="0" destOrd="0" presId="urn:microsoft.com/office/officeart/2005/8/layout/process5"/>
    <dgm:cxn modelId="{4CD93291-7E3A-4171-8690-CA87964ADF26}" type="presParOf" srcId="{8028A60D-7376-400C-A063-C91D379341ED}" destId="{958B4E6B-12CF-4B14-9F1B-34C25BCACEAE}" srcOrd="0" destOrd="0" presId="urn:microsoft.com/office/officeart/2005/8/layout/process5"/>
    <dgm:cxn modelId="{1A63E6A0-9E09-42D2-9227-B14B8A4E7FEC}" type="presParOf" srcId="{8028A60D-7376-400C-A063-C91D379341ED}" destId="{AE9165CC-F7DF-40E2-8011-B427CC751FA8}" srcOrd="1" destOrd="0" presId="urn:microsoft.com/office/officeart/2005/8/layout/process5"/>
    <dgm:cxn modelId="{6EFBFDC8-61E8-43A2-8041-5F8B6D0BF28D}" type="presParOf" srcId="{AE9165CC-F7DF-40E2-8011-B427CC751FA8}" destId="{FE301020-9EA4-4E9F-B295-F0815E591829}" srcOrd="0" destOrd="0" presId="urn:microsoft.com/office/officeart/2005/8/layout/process5"/>
    <dgm:cxn modelId="{D66F69C5-5382-4A30-986A-6FC9A4488799}" type="presParOf" srcId="{8028A60D-7376-400C-A063-C91D379341ED}" destId="{CAC72269-7051-4FC3-8166-D2802E7FAE11}" srcOrd="2" destOrd="0" presId="urn:microsoft.com/office/officeart/2005/8/layout/process5"/>
    <dgm:cxn modelId="{C4541E3D-6D37-4B42-A075-7483F7220D27}" type="presParOf" srcId="{8028A60D-7376-400C-A063-C91D379341ED}" destId="{94F6E65C-DFE1-482B-98A7-945DAD7328CD}" srcOrd="3" destOrd="0" presId="urn:microsoft.com/office/officeart/2005/8/layout/process5"/>
    <dgm:cxn modelId="{B2AD52D5-186E-45D0-9900-D6C6C19A1A2B}" type="presParOf" srcId="{94F6E65C-DFE1-482B-98A7-945DAD7328CD}" destId="{D76889F7-8060-4AE7-92C3-FC229F6C73D2}" srcOrd="0" destOrd="0" presId="urn:microsoft.com/office/officeart/2005/8/layout/process5"/>
    <dgm:cxn modelId="{0808EBDD-BD1B-4585-9830-ED462F83419C}" type="presParOf" srcId="{8028A60D-7376-400C-A063-C91D379341ED}" destId="{3DA0445C-5530-485D-9347-19019D243740}" srcOrd="4" destOrd="0" presId="urn:microsoft.com/office/officeart/2005/8/layout/process5"/>
    <dgm:cxn modelId="{F6F2331B-3707-433F-A778-7B513225A557}" type="presParOf" srcId="{8028A60D-7376-400C-A063-C91D379341ED}" destId="{FF4BB571-C9AF-471C-8D19-DCECA54CA0C2}" srcOrd="5" destOrd="0" presId="urn:microsoft.com/office/officeart/2005/8/layout/process5"/>
    <dgm:cxn modelId="{C870BF69-DCDE-43D3-8C3B-2428667A62E9}" type="presParOf" srcId="{FF4BB571-C9AF-471C-8D19-DCECA54CA0C2}" destId="{D2CF2678-B6F7-418E-9ED2-B90EB02C9047}" srcOrd="0" destOrd="0" presId="urn:microsoft.com/office/officeart/2005/8/layout/process5"/>
    <dgm:cxn modelId="{56B68820-5094-4494-962D-F9DC2C1A0EC0}" type="presParOf" srcId="{8028A60D-7376-400C-A063-C91D379341ED}" destId="{3E538480-4093-46D3-88D2-78985A43C50A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0293D3E-B69D-432F-8699-6515DD66070A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08B8138C-18F4-47D3-A325-13E9FF4FBA2E}">
      <dgm:prSet/>
      <dgm:spPr/>
      <dgm:t>
        <a:bodyPr/>
        <a:lstStyle/>
        <a:p>
          <a:r>
            <a:rPr lang="en-US"/>
            <a:t>Supports </a:t>
          </a:r>
          <a:r>
            <a:rPr lang="en-US" b="1"/>
            <a:t>multiple inheritance</a:t>
          </a:r>
          <a:endParaRPr lang="en-US"/>
        </a:p>
      </dgm:t>
    </dgm:pt>
    <dgm:pt modelId="{B334FA22-16D8-4E7C-AFF4-087C7BD64EC9}" type="parTrans" cxnId="{41405BB4-DF87-4B13-BC0A-EC14F62981EC}">
      <dgm:prSet/>
      <dgm:spPr/>
      <dgm:t>
        <a:bodyPr/>
        <a:lstStyle/>
        <a:p>
          <a:endParaRPr lang="en-US"/>
        </a:p>
      </dgm:t>
    </dgm:pt>
    <dgm:pt modelId="{592D75B6-AB12-4E3D-BC6F-FCA12FAF0795}" type="sibTrans" cxnId="{41405BB4-DF87-4B13-BC0A-EC14F62981EC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C8CE6E31-80E7-418E-AAC0-21957529EAE2}">
      <dgm:prSet/>
      <dgm:spPr/>
      <dgm:t>
        <a:bodyPr/>
        <a:lstStyle/>
        <a:p>
          <a:r>
            <a:rPr lang="en-US"/>
            <a:t>Can have </a:t>
          </a:r>
          <a:r>
            <a:rPr lang="en-US" b="1"/>
            <a:t>default and static methods</a:t>
          </a:r>
          <a:r>
            <a:rPr lang="en-US"/>
            <a:t> (Java 8+).</a:t>
          </a:r>
        </a:p>
      </dgm:t>
    </dgm:pt>
    <dgm:pt modelId="{BB143F27-124A-400E-BD8F-CAE3E8BFDD4E}" type="parTrans" cxnId="{FD76166A-3F50-4CD4-A7A9-010B333FCF72}">
      <dgm:prSet/>
      <dgm:spPr/>
      <dgm:t>
        <a:bodyPr/>
        <a:lstStyle/>
        <a:p>
          <a:endParaRPr lang="en-US"/>
        </a:p>
      </dgm:t>
    </dgm:pt>
    <dgm:pt modelId="{7D1244F6-1C04-467C-AB31-8ACD818ADCAD}" type="sibTrans" cxnId="{FD76166A-3F50-4CD4-A7A9-010B333FCF7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ED60DC6-BECD-42A9-973F-D111C894ACD0}">
      <dgm:prSet/>
      <dgm:spPr/>
      <dgm:t>
        <a:bodyPr/>
        <a:lstStyle/>
        <a:p>
          <a:r>
            <a:rPr lang="en-US"/>
            <a:t>Cannot be </a:t>
          </a:r>
          <a:r>
            <a:rPr lang="en-US" b="1"/>
            <a:t>instantiated</a:t>
          </a:r>
          <a:r>
            <a:rPr lang="en-US"/>
            <a:t> directly</a:t>
          </a:r>
        </a:p>
      </dgm:t>
    </dgm:pt>
    <dgm:pt modelId="{FA29AC30-9E28-4DB9-B8F4-D018F0DC531D}" type="parTrans" cxnId="{A146BDD8-2B48-4771-B7DA-924767AE7A47}">
      <dgm:prSet/>
      <dgm:spPr/>
      <dgm:t>
        <a:bodyPr/>
        <a:lstStyle/>
        <a:p>
          <a:endParaRPr lang="en-US"/>
        </a:p>
      </dgm:t>
    </dgm:pt>
    <dgm:pt modelId="{BC6AD503-E4BF-4497-9536-F6F1E6E23917}" type="sibTrans" cxnId="{A146BDD8-2B48-4771-B7DA-924767AE7A47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F38C3638-6866-4975-A0F4-5ADFCFE757D8}" type="pres">
      <dgm:prSet presAssocID="{C0293D3E-B69D-432F-8699-6515DD66070A}" presName="Name0" presStyleCnt="0">
        <dgm:presLayoutVars>
          <dgm:animLvl val="lvl"/>
          <dgm:resizeHandles val="exact"/>
        </dgm:presLayoutVars>
      </dgm:prSet>
      <dgm:spPr/>
    </dgm:pt>
    <dgm:pt modelId="{35AF92B9-C923-48AA-9C50-22669D1FB2DB}" type="pres">
      <dgm:prSet presAssocID="{08B8138C-18F4-47D3-A325-13E9FF4FBA2E}" presName="compositeNode" presStyleCnt="0">
        <dgm:presLayoutVars>
          <dgm:bulletEnabled val="1"/>
        </dgm:presLayoutVars>
      </dgm:prSet>
      <dgm:spPr/>
    </dgm:pt>
    <dgm:pt modelId="{31973F88-B02E-444B-969F-1E5B1BFCDDE9}" type="pres">
      <dgm:prSet presAssocID="{08B8138C-18F4-47D3-A325-13E9FF4FBA2E}" presName="bgRect" presStyleLbl="alignNode1" presStyleIdx="0" presStyleCnt="3"/>
      <dgm:spPr/>
    </dgm:pt>
    <dgm:pt modelId="{A4B4D83D-F17E-487C-9CD1-B1F56D5E70B7}" type="pres">
      <dgm:prSet presAssocID="{592D75B6-AB12-4E3D-BC6F-FCA12FAF0795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0675EF89-20A7-4945-B532-3D86F2E89CB5}" type="pres">
      <dgm:prSet presAssocID="{08B8138C-18F4-47D3-A325-13E9FF4FBA2E}" presName="nodeRect" presStyleLbl="alignNode1" presStyleIdx="0" presStyleCnt="3">
        <dgm:presLayoutVars>
          <dgm:bulletEnabled val="1"/>
        </dgm:presLayoutVars>
      </dgm:prSet>
      <dgm:spPr/>
    </dgm:pt>
    <dgm:pt modelId="{237DFE6B-5FFE-4AB6-81D2-4DE49747CBC1}" type="pres">
      <dgm:prSet presAssocID="{592D75B6-AB12-4E3D-BC6F-FCA12FAF0795}" presName="sibTrans" presStyleCnt="0"/>
      <dgm:spPr/>
    </dgm:pt>
    <dgm:pt modelId="{57BD0008-FE2E-4957-93D1-8ED3694872A1}" type="pres">
      <dgm:prSet presAssocID="{C8CE6E31-80E7-418E-AAC0-21957529EAE2}" presName="compositeNode" presStyleCnt="0">
        <dgm:presLayoutVars>
          <dgm:bulletEnabled val="1"/>
        </dgm:presLayoutVars>
      </dgm:prSet>
      <dgm:spPr/>
    </dgm:pt>
    <dgm:pt modelId="{1FB4994B-6C84-4C74-A8C8-D4A0231563F5}" type="pres">
      <dgm:prSet presAssocID="{C8CE6E31-80E7-418E-AAC0-21957529EAE2}" presName="bgRect" presStyleLbl="alignNode1" presStyleIdx="1" presStyleCnt="3"/>
      <dgm:spPr/>
    </dgm:pt>
    <dgm:pt modelId="{648A1D65-61C0-47FB-8101-B932058D050B}" type="pres">
      <dgm:prSet presAssocID="{7D1244F6-1C04-467C-AB31-8ACD818ADCA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4344E383-C91D-47DF-9A69-91A05C07BEB1}" type="pres">
      <dgm:prSet presAssocID="{C8CE6E31-80E7-418E-AAC0-21957529EAE2}" presName="nodeRect" presStyleLbl="alignNode1" presStyleIdx="1" presStyleCnt="3">
        <dgm:presLayoutVars>
          <dgm:bulletEnabled val="1"/>
        </dgm:presLayoutVars>
      </dgm:prSet>
      <dgm:spPr/>
    </dgm:pt>
    <dgm:pt modelId="{19632B6E-FD86-4AB3-A56E-61B26F6EF6F8}" type="pres">
      <dgm:prSet presAssocID="{7D1244F6-1C04-467C-AB31-8ACD818ADCAD}" presName="sibTrans" presStyleCnt="0"/>
      <dgm:spPr/>
    </dgm:pt>
    <dgm:pt modelId="{0192B6E9-1DD6-4578-A81A-1952063D27CC}" type="pres">
      <dgm:prSet presAssocID="{BED60DC6-BECD-42A9-973F-D111C894ACD0}" presName="compositeNode" presStyleCnt="0">
        <dgm:presLayoutVars>
          <dgm:bulletEnabled val="1"/>
        </dgm:presLayoutVars>
      </dgm:prSet>
      <dgm:spPr/>
    </dgm:pt>
    <dgm:pt modelId="{4FC41402-5DEF-4EC3-A78A-13C2ECA9F718}" type="pres">
      <dgm:prSet presAssocID="{BED60DC6-BECD-42A9-973F-D111C894ACD0}" presName="bgRect" presStyleLbl="alignNode1" presStyleIdx="2" presStyleCnt="3"/>
      <dgm:spPr/>
    </dgm:pt>
    <dgm:pt modelId="{E4FD38D7-6017-4C1D-B798-ED01961E3914}" type="pres">
      <dgm:prSet presAssocID="{BC6AD503-E4BF-4497-9536-F6F1E6E23917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F5E02943-FE07-4CD9-82FB-2472FF2FFF31}" type="pres">
      <dgm:prSet presAssocID="{BED60DC6-BECD-42A9-973F-D111C894ACD0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F9C76F36-AABC-4E6E-9C2D-0C718DA32827}" type="presOf" srcId="{C8CE6E31-80E7-418E-AAC0-21957529EAE2}" destId="{4344E383-C91D-47DF-9A69-91A05C07BEB1}" srcOrd="1" destOrd="0" presId="urn:microsoft.com/office/officeart/2016/7/layout/LinearBlockProcessNumbered"/>
    <dgm:cxn modelId="{FD76166A-3F50-4CD4-A7A9-010B333FCF72}" srcId="{C0293D3E-B69D-432F-8699-6515DD66070A}" destId="{C8CE6E31-80E7-418E-AAC0-21957529EAE2}" srcOrd="1" destOrd="0" parTransId="{BB143F27-124A-400E-BD8F-CAE3E8BFDD4E}" sibTransId="{7D1244F6-1C04-467C-AB31-8ACD818ADCAD}"/>
    <dgm:cxn modelId="{327D5B4B-C0EC-4465-A7A1-B1D7604FDA5C}" type="presOf" srcId="{592D75B6-AB12-4E3D-BC6F-FCA12FAF0795}" destId="{A4B4D83D-F17E-487C-9CD1-B1F56D5E70B7}" srcOrd="0" destOrd="0" presId="urn:microsoft.com/office/officeart/2016/7/layout/LinearBlockProcessNumbered"/>
    <dgm:cxn modelId="{B7BA876E-8247-49F5-AFBE-08EC3C831CB2}" type="presOf" srcId="{08B8138C-18F4-47D3-A325-13E9FF4FBA2E}" destId="{0675EF89-20A7-4945-B532-3D86F2E89CB5}" srcOrd="1" destOrd="0" presId="urn:microsoft.com/office/officeart/2016/7/layout/LinearBlockProcessNumbered"/>
    <dgm:cxn modelId="{42C12D56-EBFD-4BF3-8B3E-4E9D99D366E6}" type="presOf" srcId="{BED60DC6-BECD-42A9-973F-D111C894ACD0}" destId="{4FC41402-5DEF-4EC3-A78A-13C2ECA9F718}" srcOrd="0" destOrd="0" presId="urn:microsoft.com/office/officeart/2016/7/layout/LinearBlockProcessNumbered"/>
    <dgm:cxn modelId="{45712C9F-D8E7-4C5C-8157-97846338F90A}" type="presOf" srcId="{BED60DC6-BECD-42A9-973F-D111C894ACD0}" destId="{F5E02943-FE07-4CD9-82FB-2472FF2FFF31}" srcOrd="1" destOrd="0" presId="urn:microsoft.com/office/officeart/2016/7/layout/LinearBlockProcessNumbered"/>
    <dgm:cxn modelId="{A537B2A7-6FBA-4603-8CE5-8BDAF60B7DBE}" type="presOf" srcId="{C8CE6E31-80E7-418E-AAC0-21957529EAE2}" destId="{1FB4994B-6C84-4C74-A8C8-D4A0231563F5}" srcOrd="0" destOrd="0" presId="urn:microsoft.com/office/officeart/2016/7/layout/LinearBlockProcessNumbered"/>
    <dgm:cxn modelId="{41405BB4-DF87-4B13-BC0A-EC14F62981EC}" srcId="{C0293D3E-B69D-432F-8699-6515DD66070A}" destId="{08B8138C-18F4-47D3-A325-13E9FF4FBA2E}" srcOrd="0" destOrd="0" parTransId="{B334FA22-16D8-4E7C-AFF4-087C7BD64EC9}" sibTransId="{592D75B6-AB12-4E3D-BC6F-FCA12FAF0795}"/>
    <dgm:cxn modelId="{6099FDBE-5866-47A1-951C-D0E7D2AC1D1F}" type="presOf" srcId="{C0293D3E-B69D-432F-8699-6515DD66070A}" destId="{F38C3638-6866-4975-A0F4-5ADFCFE757D8}" srcOrd="0" destOrd="0" presId="urn:microsoft.com/office/officeart/2016/7/layout/LinearBlockProcessNumbered"/>
    <dgm:cxn modelId="{783663D1-6702-46CC-BE05-B95626569852}" type="presOf" srcId="{08B8138C-18F4-47D3-A325-13E9FF4FBA2E}" destId="{31973F88-B02E-444B-969F-1E5B1BFCDDE9}" srcOrd="0" destOrd="0" presId="urn:microsoft.com/office/officeart/2016/7/layout/LinearBlockProcessNumbered"/>
    <dgm:cxn modelId="{A146BDD8-2B48-4771-B7DA-924767AE7A47}" srcId="{C0293D3E-B69D-432F-8699-6515DD66070A}" destId="{BED60DC6-BECD-42A9-973F-D111C894ACD0}" srcOrd="2" destOrd="0" parTransId="{FA29AC30-9E28-4DB9-B8F4-D018F0DC531D}" sibTransId="{BC6AD503-E4BF-4497-9536-F6F1E6E23917}"/>
    <dgm:cxn modelId="{5F5C94FC-DFCB-4B27-92A7-C8BAF35C09E4}" type="presOf" srcId="{7D1244F6-1C04-467C-AB31-8ACD818ADCAD}" destId="{648A1D65-61C0-47FB-8101-B932058D050B}" srcOrd="0" destOrd="0" presId="urn:microsoft.com/office/officeart/2016/7/layout/LinearBlockProcessNumbered"/>
    <dgm:cxn modelId="{E97F82FE-A4CC-48DD-852D-9DFC1398D46F}" type="presOf" srcId="{BC6AD503-E4BF-4497-9536-F6F1E6E23917}" destId="{E4FD38D7-6017-4C1D-B798-ED01961E3914}" srcOrd="0" destOrd="0" presId="urn:microsoft.com/office/officeart/2016/7/layout/LinearBlockProcessNumbered"/>
    <dgm:cxn modelId="{CE03208B-7F84-403D-979A-851540791EE0}" type="presParOf" srcId="{F38C3638-6866-4975-A0F4-5ADFCFE757D8}" destId="{35AF92B9-C923-48AA-9C50-22669D1FB2DB}" srcOrd="0" destOrd="0" presId="urn:microsoft.com/office/officeart/2016/7/layout/LinearBlockProcessNumbered"/>
    <dgm:cxn modelId="{65734B02-F494-4398-A2FD-F3BD1FD4AEBB}" type="presParOf" srcId="{35AF92B9-C923-48AA-9C50-22669D1FB2DB}" destId="{31973F88-B02E-444B-969F-1E5B1BFCDDE9}" srcOrd="0" destOrd="0" presId="urn:microsoft.com/office/officeart/2016/7/layout/LinearBlockProcessNumbered"/>
    <dgm:cxn modelId="{15369C0B-C448-4EC2-96F7-5B89DB1C5BD8}" type="presParOf" srcId="{35AF92B9-C923-48AA-9C50-22669D1FB2DB}" destId="{A4B4D83D-F17E-487C-9CD1-B1F56D5E70B7}" srcOrd="1" destOrd="0" presId="urn:microsoft.com/office/officeart/2016/7/layout/LinearBlockProcessNumbered"/>
    <dgm:cxn modelId="{7789E715-AC4E-4768-856D-C6A185165DD4}" type="presParOf" srcId="{35AF92B9-C923-48AA-9C50-22669D1FB2DB}" destId="{0675EF89-20A7-4945-B532-3D86F2E89CB5}" srcOrd="2" destOrd="0" presId="urn:microsoft.com/office/officeart/2016/7/layout/LinearBlockProcessNumbered"/>
    <dgm:cxn modelId="{E0DEF001-096C-4237-BBB9-0A27F256891D}" type="presParOf" srcId="{F38C3638-6866-4975-A0F4-5ADFCFE757D8}" destId="{237DFE6B-5FFE-4AB6-81D2-4DE49747CBC1}" srcOrd="1" destOrd="0" presId="urn:microsoft.com/office/officeart/2016/7/layout/LinearBlockProcessNumbered"/>
    <dgm:cxn modelId="{690531E4-299A-42EB-BBD9-9FC4B12E7F2B}" type="presParOf" srcId="{F38C3638-6866-4975-A0F4-5ADFCFE757D8}" destId="{57BD0008-FE2E-4957-93D1-8ED3694872A1}" srcOrd="2" destOrd="0" presId="urn:microsoft.com/office/officeart/2016/7/layout/LinearBlockProcessNumbered"/>
    <dgm:cxn modelId="{A748CD56-D8D9-463C-9954-CB0D707398F0}" type="presParOf" srcId="{57BD0008-FE2E-4957-93D1-8ED3694872A1}" destId="{1FB4994B-6C84-4C74-A8C8-D4A0231563F5}" srcOrd="0" destOrd="0" presId="urn:microsoft.com/office/officeart/2016/7/layout/LinearBlockProcessNumbered"/>
    <dgm:cxn modelId="{7A96B011-5613-4D58-80EC-D607CBB6EC72}" type="presParOf" srcId="{57BD0008-FE2E-4957-93D1-8ED3694872A1}" destId="{648A1D65-61C0-47FB-8101-B932058D050B}" srcOrd="1" destOrd="0" presId="urn:microsoft.com/office/officeart/2016/7/layout/LinearBlockProcessNumbered"/>
    <dgm:cxn modelId="{1C8F7483-019A-4833-9156-C4E5A57CE4FF}" type="presParOf" srcId="{57BD0008-FE2E-4957-93D1-8ED3694872A1}" destId="{4344E383-C91D-47DF-9A69-91A05C07BEB1}" srcOrd="2" destOrd="0" presId="urn:microsoft.com/office/officeart/2016/7/layout/LinearBlockProcessNumbered"/>
    <dgm:cxn modelId="{EFE25ADE-0CF2-44D4-8850-A3C4738D3ADF}" type="presParOf" srcId="{F38C3638-6866-4975-A0F4-5ADFCFE757D8}" destId="{19632B6E-FD86-4AB3-A56E-61B26F6EF6F8}" srcOrd="3" destOrd="0" presId="urn:microsoft.com/office/officeart/2016/7/layout/LinearBlockProcessNumbered"/>
    <dgm:cxn modelId="{296E062B-B40D-4771-8039-612CA47C284D}" type="presParOf" srcId="{F38C3638-6866-4975-A0F4-5ADFCFE757D8}" destId="{0192B6E9-1DD6-4578-A81A-1952063D27CC}" srcOrd="4" destOrd="0" presId="urn:microsoft.com/office/officeart/2016/7/layout/LinearBlockProcessNumbered"/>
    <dgm:cxn modelId="{417CD8C8-97E3-4CE1-82F0-9F3D06DB75CD}" type="presParOf" srcId="{0192B6E9-1DD6-4578-A81A-1952063D27CC}" destId="{4FC41402-5DEF-4EC3-A78A-13C2ECA9F718}" srcOrd="0" destOrd="0" presId="urn:microsoft.com/office/officeart/2016/7/layout/LinearBlockProcessNumbered"/>
    <dgm:cxn modelId="{AF4225FF-BB82-4201-8886-93BFD4F33C28}" type="presParOf" srcId="{0192B6E9-1DD6-4578-A81A-1952063D27CC}" destId="{E4FD38D7-6017-4C1D-B798-ED01961E3914}" srcOrd="1" destOrd="0" presId="urn:microsoft.com/office/officeart/2016/7/layout/LinearBlockProcessNumbered"/>
    <dgm:cxn modelId="{2D81C10E-3B30-4B48-91E2-5B45B2A63BAA}" type="presParOf" srcId="{0192B6E9-1DD6-4578-A81A-1952063D27CC}" destId="{F5E02943-FE07-4CD9-82FB-2472FF2FFF3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FC5EA15-015B-4386-B41E-D134B050F96D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6D8B7BC-87C3-4DAD-8F04-90CCA6D0E86A}">
      <dgm:prSet/>
      <dgm:spPr/>
      <dgm:t>
        <a:bodyPr/>
        <a:lstStyle/>
        <a:p>
          <a:r>
            <a:rPr lang="en-US" b="0" i="0" baseline="0"/>
            <a:t>final is a </a:t>
          </a:r>
          <a:r>
            <a:rPr lang="en-US" b="1" i="0" baseline="0"/>
            <a:t>non-access modifier</a:t>
          </a:r>
          <a:r>
            <a:rPr lang="en-US" b="0" i="0" baseline="0"/>
            <a:t>. </a:t>
          </a:r>
          <a:endParaRPr lang="en-US"/>
        </a:p>
      </dgm:t>
    </dgm:pt>
    <dgm:pt modelId="{19C49657-AA63-4DCF-B122-004700C8DE65}" type="parTrans" cxnId="{DBA5BBB1-543B-4B5F-BD25-6D6C5D1725D3}">
      <dgm:prSet/>
      <dgm:spPr/>
      <dgm:t>
        <a:bodyPr/>
        <a:lstStyle/>
        <a:p>
          <a:endParaRPr lang="en-US"/>
        </a:p>
      </dgm:t>
    </dgm:pt>
    <dgm:pt modelId="{B7A84154-CF84-4D49-8E2C-78CBFBAB0198}" type="sibTrans" cxnId="{DBA5BBB1-543B-4B5F-BD25-6D6C5D1725D3}">
      <dgm:prSet/>
      <dgm:spPr/>
      <dgm:t>
        <a:bodyPr/>
        <a:lstStyle/>
        <a:p>
          <a:endParaRPr lang="en-US"/>
        </a:p>
      </dgm:t>
    </dgm:pt>
    <dgm:pt modelId="{6C7D6AAE-6942-4033-9D51-A4B77CE5461E}">
      <dgm:prSet/>
      <dgm:spPr/>
      <dgm:t>
        <a:bodyPr/>
        <a:lstStyle/>
        <a:p>
          <a:r>
            <a:rPr lang="en-US" b="0" i="0" baseline="0"/>
            <a:t>Used to </a:t>
          </a:r>
          <a:r>
            <a:rPr lang="en-US" b="1" i="0" baseline="0"/>
            <a:t>restrict modification</a:t>
          </a:r>
          <a:r>
            <a:rPr lang="en-US" b="0" i="0" baseline="0"/>
            <a:t> of </a:t>
          </a:r>
          <a:r>
            <a:rPr lang="en-US" b="1" i="0" baseline="0"/>
            <a:t>variables, methods, and classes</a:t>
          </a:r>
          <a:r>
            <a:rPr lang="en-US" b="0" i="0" baseline="0"/>
            <a:t>. </a:t>
          </a:r>
          <a:endParaRPr lang="en-US"/>
        </a:p>
      </dgm:t>
    </dgm:pt>
    <dgm:pt modelId="{860CA4CA-0484-412A-A006-9A489B777D11}" type="parTrans" cxnId="{D6A6FE22-9C35-419E-9CC9-E60EB85AE7F6}">
      <dgm:prSet/>
      <dgm:spPr/>
      <dgm:t>
        <a:bodyPr/>
        <a:lstStyle/>
        <a:p>
          <a:endParaRPr lang="en-US"/>
        </a:p>
      </dgm:t>
    </dgm:pt>
    <dgm:pt modelId="{381E6179-EFF9-4B63-8F5F-B99902398F92}" type="sibTrans" cxnId="{D6A6FE22-9C35-419E-9CC9-E60EB85AE7F6}">
      <dgm:prSet/>
      <dgm:spPr/>
      <dgm:t>
        <a:bodyPr/>
        <a:lstStyle/>
        <a:p>
          <a:endParaRPr lang="en-US"/>
        </a:p>
      </dgm:t>
    </dgm:pt>
    <dgm:pt modelId="{9B674743-1D45-42C4-B4E1-7494A3D97CB9}" type="pres">
      <dgm:prSet presAssocID="{FFC5EA15-015B-4386-B41E-D134B050F96D}" presName="root" presStyleCnt="0">
        <dgm:presLayoutVars>
          <dgm:dir/>
          <dgm:resizeHandles val="exact"/>
        </dgm:presLayoutVars>
      </dgm:prSet>
      <dgm:spPr/>
    </dgm:pt>
    <dgm:pt modelId="{EFDDC250-25CB-443E-95F5-F19D78D23CAC}" type="pres">
      <dgm:prSet presAssocID="{76D8B7BC-87C3-4DAD-8F04-90CCA6D0E86A}" presName="compNode" presStyleCnt="0"/>
      <dgm:spPr/>
    </dgm:pt>
    <dgm:pt modelId="{954E1301-3F65-408C-AF47-D24EE28D4DE8}" type="pres">
      <dgm:prSet presAssocID="{76D8B7BC-87C3-4DAD-8F04-90CCA6D0E86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300E0813-BE7B-44DF-816E-2A4B3FFE87F3}" type="pres">
      <dgm:prSet presAssocID="{76D8B7BC-87C3-4DAD-8F04-90CCA6D0E86A}" presName="spaceRect" presStyleCnt="0"/>
      <dgm:spPr/>
    </dgm:pt>
    <dgm:pt modelId="{F060720C-D42C-40EC-AE4C-83EF0E2BAF30}" type="pres">
      <dgm:prSet presAssocID="{76D8B7BC-87C3-4DAD-8F04-90CCA6D0E86A}" presName="textRect" presStyleLbl="revTx" presStyleIdx="0" presStyleCnt="2">
        <dgm:presLayoutVars>
          <dgm:chMax val="1"/>
          <dgm:chPref val="1"/>
        </dgm:presLayoutVars>
      </dgm:prSet>
      <dgm:spPr/>
    </dgm:pt>
    <dgm:pt modelId="{35EEB82C-9DEB-41C7-AE69-E5B594F95891}" type="pres">
      <dgm:prSet presAssocID="{B7A84154-CF84-4D49-8E2C-78CBFBAB0198}" presName="sibTrans" presStyleCnt="0"/>
      <dgm:spPr/>
    </dgm:pt>
    <dgm:pt modelId="{368A9054-E7CE-473F-9C01-F419E3599CD1}" type="pres">
      <dgm:prSet presAssocID="{6C7D6AAE-6942-4033-9D51-A4B77CE5461E}" presName="compNode" presStyleCnt="0"/>
      <dgm:spPr/>
    </dgm:pt>
    <dgm:pt modelId="{75F8A2C4-0EE2-464B-8C7E-6558DF3FBFDF}" type="pres">
      <dgm:prSet presAssocID="{6C7D6AAE-6942-4033-9D51-A4B77CE5461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9B5CE6D-F475-4A7B-A7D2-4805AF880C70}" type="pres">
      <dgm:prSet presAssocID="{6C7D6AAE-6942-4033-9D51-A4B77CE5461E}" presName="spaceRect" presStyleCnt="0"/>
      <dgm:spPr/>
    </dgm:pt>
    <dgm:pt modelId="{6F5DE5F0-21BF-4D68-9657-B52323248338}" type="pres">
      <dgm:prSet presAssocID="{6C7D6AAE-6942-4033-9D51-A4B77CE5461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6A6FE22-9C35-419E-9CC9-E60EB85AE7F6}" srcId="{FFC5EA15-015B-4386-B41E-D134B050F96D}" destId="{6C7D6AAE-6942-4033-9D51-A4B77CE5461E}" srcOrd="1" destOrd="0" parTransId="{860CA4CA-0484-412A-A006-9A489B777D11}" sibTransId="{381E6179-EFF9-4B63-8F5F-B99902398F92}"/>
    <dgm:cxn modelId="{95442B7E-8A73-41D4-A549-60DEA180F3B3}" type="presOf" srcId="{76D8B7BC-87C3-4DAD-8F04-90CCA6D0E86A}" destId="{F060720C-D42C-40EC-AE4C-83EF0E2BAF30}" srcOrd="0" destOrd="0" presId="urn:microsoft.com/office/officeart/2018/2/layout/IconLabelList"/>
    <dgm:cxn modelId="{DBA5BBB1-543B-4B5F-BD25-6D6C5D1725D3}" srcId="{FFC5EA15-015B-4386-B41E-D134B050F96D}" destId="{76D8B7BC-87C3-4DAD-8F04-90CCA6D0E86A}" srcOrd="0" destOrd="0" parTransId="{19C49657-AA63-4DCF-B122-004700C8DE65}" sibTransId="{B7A84154-CF84-4D49-8E2C-78CBFBAB0198}"/>
    <dgm:cxn modelId="{A8657AD2-8435-4F45-8E36-B31ED68FCFAB}" type="presOf" srcId="{6C7D6AAE-6942-4033-9D51-A4B77CE5461E}" destId="{6F5DE5F0-21BF-4D68-9657-B52323248338}" srcOrd="0" destOrd="0" presId="urn:microsoft.com/office/officeart/2018/2/layout/IconLabelList"/>
    <dgm:cxn modelId="{673C58F4-E53C-49B4-BBD9-9B5CE57BAC16}" type="presOf" srcId="{FFC5EA15-015B-4386-B41E-D134B050F96D}" destId="{9B674743-1D45-42C4-B4E1-7494A3D97CB9}" srcOrd="0" destOrd="0" presId="urn:microsoft.com/office/officeart/2018/2/layout/IconLabelList"/>
    <dgm:cxn modelId="{FF7F2D16-0872-42C3-B9C9-D8AF5DD2CCCD}" type="presParOf" srcId="{9B674743-1D45-42C4-B4E1-7494A3D97CB9}" destId="{EFDDC250-25CB-443E-95F5-F19D78D23CAC}" srcOrd="0" destOrd="0" presId="urn:microsoft.com/office/officeart/2018/2/layout/IconLabelList"/>
    <dgm:cxn modelId="{0F87C337-2387-461B-BB72-047E9AFD2099}" type="presParOf" srcId="{EFDDC250-25CB-443E-95F5-F19D78D23CAC}" destId="{954E1301-3F65-408C-AF47-D24EE28D4DE8}" srcOrd="0" destOrd="0" presId="urn:microsoft.com/office/officeart/2018/2/layout/IconLabelList"/>
    <dgm:cxn modelId="{E796470C-AC23-4280-8067-4951350BA5E7}" type="presParOf" srcId="{EFDDC250-25CB-443E-95F5-F19D78D23CAC}" destId="{300E0813-BE7B-44DF-816E-2A4B3FFE87F3}" srcOrd="1" destOrd="0" presId="urn:microsoft.com/office/officeart/2018/2/layout/IconLabelList"/>
    <dgm:cxn modelId="{66C867D4-8473-409F-AE30-1947BBC5F780}" type="presParOf" srcId="{EFDDC250-25CB-443E-95F5-F19D78D23CAC}" destId="{F060720C-D42C-40EC-AE4C-83EF0E2BAF30}" srcOrd="2" destOrd="0" presId="urn:microsoft.com/office/officeart/2018/2/layout/IconLabelList"/>
    <dgm:cxn modelId="{5FFAA29D-C5AB-4629-8833-0F4D7FC76690}" type="presParOf" srcId="{9B674743-1D45-42C4-B4E1-7494A3D97CB9}" destId="{35EEB82C-9DEB-41C7-AE69-E5B594F95891}" srcOrd="1" destOrd="0" presId="urn:microsoft.com/office/officeart/2018/2/layout/IconLabelList"/>
    <dgm:cxn modelId="{A438EB09-A939-4254-ABA4-04383BFD5774}" type="presParOf" srcId="{9B674743-1D45-42C4-B4E1-7494A3D97CB9}" destId="{368A9054-E7CE-473F-9C01-F419E3599CD1}" srcOrd="2" destOrd="0" presId="urn:microsoft.com/office/officeart/2018/2/layout/IconLabelList"/>
    <dgm:cxn modelId="{6EDF0E2C-8594-49D5-AB09-94EB9A901A4B}" type="presParOf" srcId="{368A9054-E7CE-473F-9C01-F419E3599CD1}" destId="{75F8A2C4-0EE2-464B-8C7E-6558DF3FBFDF}" srcOrd="0" destOrd="0" presId="urn:microsoft.com/office/officeart/2018/2/layout/IconLabelList"/>
    <dgm:cxn modelId="{9CDBE321-DB19-4323-BE06-EA8701ADB777}" type="presParOf" srcId="{368A9054-E7CE-473F-9C01-F419E3599CD1}" destId="{09B5CE6D-F475-4A7B-A7D2-4805AF880C70}" srcOrd="1" destOrd="0" presId="urn:microsoft.com/office/officeart/2018/2/layout/IconLabelList"/>
    <dgm:cxn modelId="{FF2E7F7C-4227-4E7D-8AD7-499864E7950E}" type="presParOf" srcId="{368A9054-E7CE-473F-9C01-F419E3599CD1}" destId="{6F5DE5F0-21BF-4D68-9657-B5232324833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D10CCAA-8838-4E67-94A2-85A005757B3D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563CD6D-9D4C-4857-86D9-830AE4FE95D0}">
      <dgm:prSet/>
      <dgm:spPr/>
      <dgm:t>
        <a:bodyPr/>
        <a:lstStyle/>
        <a:p>
          <a:r>
            <a:rPr lang="en-US"/>
            <a:t>Value </a:t>
          </a:r>
          <a:r>
            <a:rPr lang="en-US" b="1"/>
            <a:t>cannot be changed</a:t>
          </a:r>
          <a:r>
            <a:rPr lang="en-US"/>
            <a:t> once initialized. </a:t>
          </a:r>
        </a:p>
      </dgm:t>
    </dgm:pt>
    <dgm:pt modelId="{AF75AD9E-9565-4D17-BEB8-2D2DD3D10515}" type="parTrans" cxnId="{AA9C19C2-C51F-47F6-AF90-5E484737F475}">
      <dgm:prSet/>
      <dgm:spPr/>
      <dgm:t>
        <a:bodyPr/>
        <a:lstStyle/>
        <a:p>
          <a:endParaRPr lang="en-US"/>
        </a:p>
      </dgm:t>
    </dgm:pt>
    <dgm:pt modelId="{BC48BB79-EBAA-4F82-8E43-58085308C9EE}" type="sibTrans" cxnId="{AA9C19C2-C51F-47F6-AF90-5E484737F475}">
      <dgm:prSet/>
      <dgm:spPr/>
      <dgm:t>
        <a:bodyPr/>
        <a:lstStyle/>
        <a:p>
          <a:endParaRPr lang="en-US"/>
        </a:p>
      </dgm:t>
    </dgm:pt>
    <dgm:pt modelId="{2DB6D8C7-CC2D-4952-B8E1-108E19326557}">
      <dgm:prSet/>
      <dgm:spPr/>
      <dgm:t>
        <a:bodyPr/>
        <a:lstStyle/>
        <a:p>
          <a:r>
            <a:rPr lang="en-US" b="1"/>
            <a:t>Example: </a:t>
          </a:r>
          <a:endParaRPr lang="en-US"/>
        </a:p>
      </dgm:t>
    </dgm:pt>
    <dgm:pt modelId="{5FF31433-FCAC-4087-BE58-6D2147C292A9}" type="parTrans" cxnId="{F5159FA1-6CB9-4A82-99A1-487BF31AD93F}">
      <dgm:prSet/>
      <dgm:spPr/>
      <dgm:t>
        <a:bodyPr/>
        <a:lstStyle/>
        <a:p>
          <a:endParaRPr lang="en-US"/>
        </a:p>
      </dgm:t>
    </dgm:pt>
    <dgm:pt modelId="{EC16FB35-DEC2-4C13-9667-47C295D35EE7}" type="sibTrans" cxnId="{F5159FA1-6CB9-4A82-99A1-487BF31AD93F}">
      <dgm:prSet/>
      <dgm:spPr/>
      <dgm:t>
        <a:bodyPr/>
        <a:lstStyle/>
        <a:p>
          <a:endParaRPr lang="en-US"/>
        </a:p>
      </dgm:t>
    </dgm:pt>
    <dgm:pt modelId="{55503E8F-005D-4874-A6D3-325946F64ADD}">
      <dgm:prSet/>
      <dgm:spPr/>
      <dgm:t>
        <a:bodyPr/>
        <a:lstStyle/>
        <a:p>
          <a:r>
            <a:rPr lang="en-US"/>
            <a:t>final int MAX = 100;</a:t>
          </a:r>
          <a:br>
            <a:rPr lang="en-US"/>
          </a:br>
          <a:r>
            <a:rPr lang="en-US"/>
            <a:t>MAX = 200; // ❌ Error</a:t>
          </a:r>
        </a:p>
      </dgm:t>
    </dgm:pt>
    <dgm:pt modelId="{C542D457-0CE4-4C81-B2AE-46AC19926BB0}" type="parTrans" cxnId="{4EB9C728-FC1F-435A-9421-FB3AB642E51B}">
      <dgm:prSet/>
      <dgm:spPr/>
      <dgm:t>
        <a:bodyPr/>
        <a:lstStyle/>
        <a:p>
          <a:endParaRPr lang="en-US"/>
        </a:p>
      </dgm:t>
    </dgm:pt>
    <dgm:pt modelId="{0C6CF22D-E08E-4B3D-BB8D-C9597848543C}" type="sibTrans" cxnId="{4EB9C728-FC1F-435A-9421-FB3AB642E51B}">
      <dgm:prSet/>
      <dgm:spPr/>
      <dgm:t>
        <a:bodyPr/>
        <a:lstStyle/>
        <a:p>
          <a:endParaRPr lang="en-US"/>
        </a:p>
      </dgm:t>
    </dgm:pt>
    <dgm:pt modelId="{F4EF90F0-2FF3-47E8-9A1D-AB5232550780}" type="pres">
      <dgm:prSet presAssocID="{6D10CCAA-8838-4E67-94A2-85A005757B3D}" presName="linear" presStyleCnt="0">
        <dgm:presLayoutVars>
          <dgm:dir/>
          <dgm:animLvl val="lvl"/>
          <dgm:resizeHandles val="exact"/>
        </dgm:presLayoutVars>
      </dgm:prSet>
      <dgm:spPr/>
    </dgm:pt>
    <dgm:pt modelId="{98B0B524-FF1A-4ED5-B197-526EA1CD9566}" type="pres">
      <dgm:prSet presAssocID="{E563CD6D-9D4C-4857-86D9-830AE4FE95D0}" presName="parentLin" presStyleCnt="0"/>
      <dgm:spPr/>
    </dgm:pt>
    <dgm:pt modelId="{8FA7E0B3-B8FF-446C-9A65-9CB219D525C6}" type="pres">
      <dgm:prSet presAssocID="{E563CD6D-9D4C-4857-86D9-830AE4FE95D0}" presName="parentLeftMargin" presStyleLbl="node1" presStyleIdx="0" presStyleCnt="2"/>
      <dgm:spPr/>
    </dgm:pt>
    <dgm:pt modelId="{E3A7893C-0846-4DD6-932A-0447A6439798}" type="pres">
      <dgm:prSet presAssocID="{E563CD6D-9D4C-4857-86D9-830AE4FE95D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5BD0826-E555-4D03-B65E-310F517B52B1}" type="pres">
      <dgm:prSet presAssocID="{E563CD6D-9D4C-4857-86D9-830AE4FE95D0}" presName="negativeSpace" presStyleCnt="0"/>
      <dgm:spPr/>
    </dgm:pt>
    <dgm:pt modelId="{1ACC7B6F-4C01-4109-907F-4AC8C91EEB7D}" type="pres">
      <dgm:prSet presAssocID="{E563CD6D-9D4C-4857-86D9-830AE4FE95D0}" presName="childText" presStyleLbl="conFgAcc1" presStyleIdx="0" presStyleCnt="2">
        <dgm:presLayoutVars>
          <dgm:bulletEnabled val="1"/>
        </dgm:presLayoutVars>
      </dgm:prSet>
      <dgm:spPr/>
    </dgm:pt>
    <dgm:pt modelId="{F2EBAAA9-912A-459D-A7A6-A47D692BDEC0}" type="pres">
      <dgm:prSet presAssocID="{BC48BB79-EBAA-4F82-8E43-58085308C9EE}" presName="spaceBetweenRectangles" presStyleCnt="0"/>
      <dgm:spPr/>
    </dgm:pt>
    <dgm:pt modelId="{8B5B8729-0F05-4CF4-82DC-F27F7BF192B4}" type="pres">
      <dgm:prSet presAssocID="{2DB6D8C7-CC2D-4952-B8E1-108E19326557}" presName="parentLin" presStyleCnt="0"/>
      <dgm:spPr/>
    </dgm:pt>
    <dgm:pt modelId="{51BC9C13-2CEE-49FE-ACFF-E5FA74B5CD28}" type="pres">
      <dgm:prSet presAssocID="{2DB6D8C7-CC2D-4952-B8E1-108E19326557}" presName="parentLeftMargin" presStyleLbl="node1" presStyleIdx="0" presStyleCnt="2"/>
      <dgm:spPr/>
    </dgm:pt>
    <dgm:pt modelId="{63C525B5-CB6F-405E-90C4-17EA2598F26F}" type="pres">
      <dgm:prSet presAssocID="{2DB6D8C7-CC2D-4952-B8E1-108E1932655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11BD68A-1C71-4681-A04E-CFC5B259F17B}" type="pres">
      <dgm:prSet presAssocID="{2DB6D8C7-CC2D-4952-B8E1-108E19326557}" presName="negativeSpace" presStyleCnt="0"/>
      <dgm:spPr/>
    </dgm:pt>
    <dgm:pt modelId="{37822924-F681-447C-A47E-79945124B5AE}" type="pres">
      <dgm:prSet presAssocID="{2DB6D8C7-CC2D-4952-B8E1-108E1932655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EB9C728-FC1F-435A-9421-FB3AB642E51B}" srcId="{2DB6D8C7-CC2D-4952-B8E1-108E19326557}" destId="{55503E8F-005D-4874-A6D3-325946F64ADD}" srcOrd="0" destOrd="0" parTransId="{C542D457-0CE4-4C81-B2AE-46AC19926BB0}" sibTransId="{0C6CF22D-E08E-4B3D-BB8D-C9597848543C}"/>
    <dgm:cxn modelId="{BC0B1F30-129F-4D02-BDCC-8F622E0589C1}" type="presOf" srcId="{2DB6D8C7-CC2D-4952-B8E1-108E19326557}" destId="{63C525B5-CB6F-405E-90C4-17EA2598F26F}" srcOrd="1" destOrd="0" presId="urn:microsoft.com/office/officeart/2005/8/layout/list1"/>
    <dgm:cxn modelId="{5416E365-4BD0-4B48-8A32-53552FA2E983}" type="presOf" srcId="{2DB6D8C7-CC2D-4952-B8E1-108E19326557}" destId="{51BC9C13-2CEE-49FE-ACFF-E5FA74B5CD28}" srcOrd="0" destOrd="0" presId="urn:microsoft.com/office/officeart/2005/8/layout/list1"/>
    <dgm:cxn modelId="{89AEFC59-9A2D-4B13-B704-6E34C67A1EA7}" type="presOf" srcId="{55503E8F-005D-4874-A6D3-325946F64ADD}" destId="{37822924-F681-447C-A47E-79945124B5AE}" srcOrd="0" destOrd="0" presId="urn:microsoft.com/office/officeart/2005/8/layout/list1"/>
    <dgm:cxn modelId="{06B2098E-5731-4CE4-8D18-89D406EA222C}" type="presOf" srcId="{6D10CCAA-8838-4E67-94A2-85A005757B3D}" destId="{F4EF90F0-2FF3-47E8-9A1D-AB5232550780}" srcOrd="0" destOrd="0" presId="urn:microsoft.com/office/officeart/2005/8/layout/list1"/>
    <dgm:cxn modelId="{F5159FA1-6CB9-4A82-99A1-487BF31AD93F}" srcId="{6D10CCAA-8838-4E67-94A2-85A005757B3D}" destId="{2DB6D8C7-CC2D-4952-B8E1-108E19326557}" srcOrd="1" destOrd="0" parTransId="{5FF31433-FCAC-4087-BE58-6D2147C292A9}" sibTransId="{EC16FB35-DEC2-4C13-9667-47C295D35EE7}"/>
    <dgm:cxn modelId="{720747B3-0A8D-4A27-82E0-01593250FBE5}" type="presOf" srcId="{E563CD6D-9D4C-4857-86D9-830AE4FE95D0}" destId="{8FA7E0B3-B8FF-446C-9A65-9CB219D525C6}" srcOrd="0" destOrd="0" presId="urn:microsoft.com/office/officeart/2005/8/layout/list1"/>
    <dgm:cxn modelId="{AA9C19C2-C51F-47F6-AF90-5E484737F475}" srcId="{6D10CCAA-8838-4E67-94A2-85A005757B3D}" destId="{E563CD6D-9D4C-4857-86D9-830AE4FE95D0}" srcOrd="0" destOrd="0" parTransId="{AF75AD9E-9565-4D17-BEB8-2D2DD3D10515}" sibTransId="{BC48BB79-EBAA-4F82-8E43-58085308C9EE}"/>
    <dgm:cxn modelId="{42031ADB-653D-4742-83B6-0EA019688502}" type="presOf" srcId="{E563CD6D-9D4C-4857-86D9-830AE4FE95D0}" destId="{E3A7893C-0846-4DD6-932A-0447A6439798}" srcOrd="1" destOrd="0" presId="urn:microsoft.com/office/officeart/2005/8/layout/list1"/>
    <dgm:cxn modelId="{A6329835-0EA4-47AA-9ED3-A1FB8A6B8128}" type="presParOf" srcId="{F4EF90F0-2FF3-47E8-9A1D-AB5232550780}" destId="{98B0B524-FF1A-4ED5-B197-526EA1CD9566}" srcOrd="0" destOrd="0" presId="urn:microsoft.com/office/officeart/2005/8/layout/list1"/>
    <dgm:cxn modelId="{FCB560D9-0548-4F4B-B2D3-8ED7DF0C271C}" type="presParOf" srcId="{98B0B524-FF1A-4ED5-B197-526EA1CD9566}" destId="{8FA7E0B3-B8FF-446C-9A65-9CB219D525C6}" srcOrd="0" destOrd="0" presId="urn:microsoft.com/office/officeart/2005/8/layout/list1"/>
    <dgm:cxn modelId="{A90590EF-205E-459C-ADF7-D0CBE6CA66F5}" type="presParOf" srcId="{98B0B524-FF1A-4ED5-B197-526EA1CD9566}" destId="{E3A7893C-0846-4DD6-932A-0447A6439798}" srcOrd="1" destOrd="0" presId="urn:microsoft.com/office/officeart/2005/8/layout/list1"/>
    <dgm:cxn modelId="{39D596A3-952A-473E-9830-A233055E237C}" type="presParOf" srcId="{F4EF90F0-2FF3-47E8-9A1D-AB5232550780}" destId="{45BD0826-E555-4D03-B65E-310F517B52B1}" srcOrd="1" destOrd="0" presId="urn:microsoft.com/office/officeart/2005/8/layout/list1"/>
    <dgm:cxn modelId="{F2BD627E-7EA0-47EA-BBBC-B62D90366B40}" type="presParOf" srcId="{F4EF90F0-2FF3-47E8-9A1D-AB5232550780}" destId="{1ACC7B6F-4C01-4109-907F-4AC8C91EEB7D}" srcOrd="2" destOrd="0" presId="urn:microsoft.com/office/officeart/2005/8/layout/list1"/>
    <dgm:cxn modelId="{52DF5F12-9FB3-4E1B-9F5E-6C1DBA598F17}" type="presParOf" srcId="{F4EF90F0-2FF3-47E8-9A1D-AB5232550780}" destId="{F2EBAAA9-912A-459D-A7A6-A47D692BDEC0}" srcOrd="3" destOrd="0" presId="urn:microsoft.com/office/officeart/2005/8/layout/list1"/>
    <dgm:cxn modelId="{8CE166C5-3A32-45E4-AB2D-955C3000EDD5}" type="presParOf" srcId="{F4EF90F0-2FF3-47E8-9A1D-AB5232550780}" destId="{8B5B8729-0F05-4CF4-82DC-F27F7BF192B4}" srcOrd="4" destOrd="0" presId="urn:microsoft.com/office/officeart/2005/8/layout/list1"/>
    <dgm:cxn modelId="{A94989C1-B2BB-43F7-BF62-EC11FA242545}" type="presParOf" srcId="{8B5B8729-0F05-4CF4-82DC-F27F7BF192B4}" destId="{51BC9C13-2CEE-49FE-ACFF-E5FA74B5CD28}" srcOrd="0" destOrd="0" presId="urn:microsoft.com/office/officeart/2005/8/layout/list1"/>
    <dgm:cxn modelId="{E8697E46-364C-4712-B759-1557470B7C01}" type="presParOf" srcId="{8B5B8729-0F05-4CF4-82DC-F27F7BF192B4}" destId="{63C525B5-CB6F-405E-90C4-17EA2598F26F}" srcOrd="1" destOrd="0" presId="urn:microsoft.com/office/officeart/2005/8/layout/list1"/>
    <dgm:cxn modelId="{74C7B0C5-0E8A-4301-8552-7B81606CFDC8}" type="presParOf" srcId="{F4EF90F0-2FF3-47E8-9A1D-AB5232550780}" destId="{611BD68A-1C71-4681-A04E-CFC5B259F17B}" srcOrd="5" destOrd="0" presId="urn:microsoft.com/office/officeart/2005/8/layout/list1"/>
    <dgm:cxn modelId="{1766673B-32DF-4981-ADF8-E45F9781D4BD}" type="presParOf" srcId="{F4EF90F0-2FF3-47E8-9A1D-AB5232550780}" destId="{37822924-F681-447C-A47E-79945124B5A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D10CCAA-8838-4E67-94A2-85A005757B3D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63CD6D-9D4C-4857-86D9-830AE4FE95D0}">
      <dgm:prSet/>
      <dgm:spPr/>
      <dgm:t>
        <a:bodyPr/>
        <a:lstStyle/>
        <a:p>
          <a:r>
            <a:rPr lang="en-US" b="1" dirty="0"/>
            <a:t>Cannot be overridden</a:t>
          </a:r>
          <a:r>
            <a:rPr lang="en-US" dirty="0"/>
            <a:t> by subclasses</a:t>
          </a:r>
        </a:p>
      </dgm:t>
    </dgm:pt>
    <dgm:pt modelId="{AF75AD9E-9565-4D17-BEB8-2D2DD3D10515}" type="parTrans" cxnId="{AA9C19C2-C51F-47F6-AF90-5E484737F475}">
      <dgm:prSet/>
      <dgm:spPr/>
      <dgm:t>
        <a:bodyPr/>
        <a:lstStyle/>
        <a:p>
          <a:endParaRPr lang="en-US"/>
        </a:p>
      </dgm:t>
    </dgm:pt>
    <dgm:pt modelId="{BC48BB79-EBAA-4F82-8E43-58085308C9EE}" type="sibTrans" cxnId="{AA9C19C2-C51F-47F6-AF90-5E484737F475}">
      <dgm:prSet/>
      <dgm:spPr/>
      <dgm:t>
        <a:bodyPr/>
        <a:lstStyle/>
        <a:p>
          <a:endParaRPr lang="en-US"/>
        </a:p>
      </dgm:t>
    </dgm:pt>
    <dgm:pt modelId="{2DB6D8C7-CC2D-4952-B8E1-108E19326557}">
      <dgm:prSet/>
      <dgm:spPr/>
      <dgm:t>
        <a:bodyPr/>
        <a:lstStyle/>
        <a:p>
          <a:r>
            <a:rPr lang="en-US" b="1"/>
            <a:t>Example: </a:t>
          </a:r>
          <a:endParaRPr lang="en-US"/>
        </a:p>
      </dgm:t>
    </dgm:pt>
    <dgm:pt modelId="{5FF31433-FCAC-4087-BE58-6D2147C292A9}" type="parTrans" cxnId="{F5159FA1-6CB9-4A82-99A1-487BF31AD93F}">
      <dgm:prSet/>
      <dgm:spPr/>
      <dgm:t>
        <a:bodyPr/>
        <a:lstStyle/>
        <a:p>
          <a:endParaRPr lang="en-US"/>
        </a:p>
      </dgm:t>
    </dgm:pt>
    <dgm:pt modelId="{EC16FB35-DEC2-4C13-9667-47C295D35EE7}" type="sibTrans" cxnId="{F5159FA1-6CB9-4A82-99A1-487BF31AD93F}">
      <dgm:prSet/>
      <dgm:spPr/>
      <dgm:t>
        <a:bodyPr/>
        <a:lstStyle/>
        <a:p>
          <a:endParaRPr lang="en-US"/>
        </a:p>
      </dgm:t>
    </dgm:pt>
    <dgm:pt modelId="{55503E8F-005D-4874-A6D3-325946F64ADD}">
      <dgm:prSet/>
      <dgm:spPr/>
      <dgm:t>
        <a:bodyPr/>
        <a:lstStyle/>
        <a:p>
          <a:pPr>
            <a:buNone/>
          </a:pPr>
          <a:r>
            <a:rPr lang="en-US" dirty="0"/>
            <a:t>class Parent {</a:t>
          </a:r>
        </a:p>
      </dgm:t>
    </dgm:pt>
    <dgm:pt modelId="{C542D457-0CE4-4C81-B2AE-46AC19926BB0}" type="parTrans" cxnId="{4EB9C728-FC1F-435A-9421-FB3AB642E51B}">
      <dgm:prSet/>
      <dgm:spPr/>
      <dgm:t>
        <a:bodyPr/>
        <a:lstStyle/>
        <a:p>
          <a:endParaRPr lang="en-US"/>
        </a:p>
      </dgm:t>
    </dgm:pt>
    <dgm:pt modelId="{0C6CF22D-E08E-4B3D-BB8D-C9597848543C}" type="sibTrans" cxnId="{4EB9C728-FC1F-435A-9421-FB3AB642E51B}">
      <dgm:prSet/>
      <dgm:spPr/>
      <dgm:t>
        <a:bodyPr/>
        <a:lstStyle/>
        <a:p>
          <a:endParaRPr lang="en-US"/>
        </a:p>
      </dgm:t>
    </dgm:pt>
    <dgm:pt modelId="{85D81D89-CCF8-4999-905E-6AF3EAA48C0C}">
      <dgm:prSet/>
      <dgm:spPr/>
      <dgm:t>
        <a:bodyPr/>
        <a:lstStyle/>
        <a:p>
          <a:pPr>
            <a:buNone/>
          </a:pPr>
          <a:r>
            <a:rPr lang="en-US" dirty="0"/>
            <a:t> final void showMessage() {</a:t>
          </a:r>
        </a:p>
      </dgm:t>
    </dgm:pt>
    <dgm:pt modelId="{B9972DE2-A38E-4C9A-AC3E-44B14BEF6543}" type="parTrans" cxnId="{F72E8987-A831-4C0A-BAC5-B81D65C7575B}">
      <dgm:prSet/>
      <dgm:spPr/>
      <dgm:t>
        <a:bodyPr/>
        <a:lstStyle/>
        <a:p>
          <a:endParaRPr lang="en-US"/>
        </a:p>
      </dgm:t>
    </dgm:pt>
    <dgm:pt modelId="{90EB1F3F-2198-4E98-A3A5-F4D509E48243}" type="sibTrans" cxnId="{F72E8987-A831-4C0A-BAC5-B81D65C7575B}">
      <dgm:prSet/>
      <dgm:spPr/>
      <dgm:t>
        <a:bodyPr/>
        <a:lstStyle/>
        <a:p>
          <a:endParaRPr lang="en-US"/>
        </a:p>
      </dgm:t>
    </dgm:pt>
    <dgm:pt modelId="{BB8B1B32-9D38-4A1B-9E6C-69DC5D9745C8}">
      <dgm:prSet/>
      <dgm:spPr/>
      <dgm:t>
        <a:bodyPr/>
        <a:lstStyle/>
        <a:p>
          <a:pPr>
            <a:buNone/>
          </a:pPr>
          <a:r>
            <a:rPr lang="en-US" dirty="0"/>
            <a:t> System.out.println("Hello");</a:t>
          </a:r>
        </a:p>
      </dgm:t>
    </dgm:pt>
    <dgm:pt modelId="{3C0DAA86-3039-419C-806D-49A99A250E5A}" type="parTrans" cxnId="{2CE8C5A6-6E7F-4A1C-94FC-F3596FD8930B}">
      <dgm:prSet/>
      <dgm:spPr/>
      <dgm:t>
        <a:bodyPr/>
        <a:lstStyle/>
        <a:p>
          <a:endParaRPr lang="en-US"/>
        </a:p>
      </dgm:t>
    </dgm:pt>
    <dgm:pt modelId="{036F9AC5-994E-4A00-9BDD-55B53C7F7048}" type="sibTrans" cxnId="{2CE8C5A6-6E7F-4A1C-94FC-F3596FD8930B}">
      <dgm:prSet/>
      <dgm:spPr/>
      <dgm:t>
        <a:bodyPr/>
        <a:lstStyle/>
        <a:p>
          <a:endParaRPr lang="en-US"/>
        </a:p>
      </dgm:t>
    </dgm:pt>
    <dgm:pt modelId="{DA722D84-696A-4856-A696-FBC6860C54C5}">
      <dgm:prSet/>
      <dgm:spPr/>
      <dgm:t>
        <a:bodyPr/>
        <a:lstStyle/>
        <a:p>
          <a:pPr>
            <a:buNone/>
          </a:pPr>
          <a:r>
            <a:rPr lang="en-US" dirty="0"/>
            <a:t> }</a:t>
          </a:r>
        </a:p>
      </dgm:t>
    </dgm:pt>
    <dgm:pt modelId="{46522071-A059-4CCF-BBAD-713CC4739470}" type="parTrans" cxnId="{20F5FDBE-02AE-4FBF-B993-875B7DDCB737}">
      <dgm:prSet/>
      <dgm:spPr/>
      <dgm:t>
        <a:bodyPr/>
        <a:lstStyle/>
        <a:p>
          <a:endParaRPr lang="en-US"/>
        </a:p>
      </dgm:t>
    </dgm:pt>
    <dgm:pt modelId="{7B2024D7-6DA3-4E4F-9CF9-AB560BEDBF33}" type="sibTrans" cxnId="{20F5FDBE-02AE-4FBF-B993-875B7DDCB737}">
      <dgm:prSet/>
      <dgm:spPr/>
      <dgm:t>
        <a:bodyPr/>
        <a:lstStyle/>
        <a:p>
          <a:endParaRPr lang="en-US"/>
        </a:p>
      </dgm:t>
    </dgm:pt>
    <dgm:pt modelId="{AF21D314-4CA9-4006-BD70-4C63682E44AD}">
      <dgm:prSet/>
      <dgm:spPr/>
      <dgm:t>
        <a:bodyPr/>
        <a:lstStyle/>
        <a:p>
          <a:pPr>
            <a:buNone/>
          </a:pPr>
          <a:r>
            <a:rPr lang="en-US" dirty="0"/>
            <a:t>}</a:t>
          </a:r>
        </a:p>
      </dgm:t>
    </dgm:pt>
    <dgm:pt modelId="{14D14A32-FDAB-43C7-AF11-A9206FC43021}" type="parTrans" cxnId="{3953E576-4327-4D0D-8BF1-712B37105AB7}">
      <dgm:prSet/>
      <dgm:spPr/>
      <dgm:t>
        <a:bodyPr/>
        <a:lstStyle/>
        <a:p>
          <a:endParaRPr lang="en-US"/>
        </a:p>
      </dgm:t>
    </dgm:pt>
    <dgm:pt modelId="{AE55379A-B277-4B4F-98C8-A8CE0F3AB748}" type="sibTrans" cxnId="{3953E576-4327-4D0D-8BF1-712B37105AB7}">
      <dgm:prSet/>
      <dgm:spPr/>
      <dgm:t>
        <a:bodyPr/>
        <a:lstStyle/>
        <a:p>
          <a:endParaRPr lang="en-US"/>
        </a:p>
      </dgm:t>
    </dgm:pt>
    <dgm:pt modelId="{795AB1AB-B44C-46C9-8DE7-F43629C06C82}">
      <dgm:prSet/>
      <dgm:spPr/>
      <dgm:t>
        <a:bodyPr/>
        <a:lstStyle/>
        <a:p>
          <a:pPr>
            <a:buNone/>
          </a:pPr>
          <a:r>
            <a:rPr lang="en-US" dirty="0"/>
            <a:t>class Child extends Parent {</a:t>
          </a:r>
        </a:p>
      </dgm:t>
    </dgm:pt>
    <dgm:pt modelId="{4062BF3A-BF1A-4C14-A2A4-08D186E53CD3}" type="parTrans" cxnId="{E76655BA-669A-4085-A53A-7528E0C3D9CE}">
      <dgm:prSet/>
      <dgm:spPr/>
      <dgm:t>
        <a:bodyPr/>
        <a:lstStyle/>
        <a:p>
          <a:endParaRPr lang="en-US"/>
        </a:p>
      </dgm:t>
    </dgm:pt>
    <dgm:pt modelId="{9605E38A-5003-4D11-8B74-1E420E386F5D}" type="sibTrans" cxnId="{E76655BA-669A-4085-A53A-7528E0C3D9CE}">
      <dgm:prSet/>
      <dgm:spPr/>
      <dgm:t>
        <a:bodyPr/>
        <a:lstStyle/>
        <a:p>
          <a:endParaRPr lang="en-US"/>
        </a:p>
      </dgm:t>
    </dgm:pt>
    <dgm:pt modelId="{906C8D96-F232-47CD-AA75-D8ACBAC2C1E7}">
      <dgm:prSet/>
      <dgm:spPr/>
      <dgm:t>
        <a:bodyPr/>
        <a:lstStyle/>
        <a:p>
          <a:pPr>
            <a:buNone/>
          </a:pPr>
          <a:r>
            <a:rPr lang="en-US" dirty="0"/>
            <a:t> // void showMessage() {} // ❌ Error</a:t>
          </a:r>
        </a:p>
      </dgm:t>
    </dgm:pt>
    <dgm:pt modelId="{1537DBE6-DBF0-45CF-9858-C384E4F1FEAF}" type="parTrans" cxnId="{A4AA04E0-9F6C-46BE-A042-72B43D4C4A9A}">
      <dgm:prSet/>
      <dgm:spPr/>
      <dgm:t>
        <a:bodyPr/>
        <a:lstStyle/>
        <a:p>
          <a:endParaRPr lang="en-US"/>
        </a:p>
      </dgm:t>
    </dgm:pt>
    <dgm:pt modelId="{76967431-6677-4DB5-B754-E082300A2DA0}" type="sibTrans" cxnId="{A4AA04E0-9F6C-46BE-A042-72B43D4C4A9A}">
      <dgm:prSet/>
      <dgm:spPr/>
      <dgm:t>
        <a:bodyPr/>
        <a:lstStyle/>
        <a:p>
          <a:endParaRPr lang="en-US"/>
        </a:p>
      </dgm:t>
    </dgm:pt>
    <dgm:pt modelId="{B01361E3-5284-4332-BFE5-364A508363F5}">
      <dgm:prSet/>
      <dgm:spPr/>
      <dgm:t>
        <a:bodyPr/>
        <a:lstStyle/>
        <a:p>
          <a:pPr>
            <a:buNone/>
          </a:pPr>
          <a:r>
            <a:rPr lang="en-US" dirty="0"/>
            <a:t>}</a:t>
          </a:r>
        </a:p>
      </dgm:t>
    </dgm:pt>
    <dgm:pt modelId="{7B11927D-0721-4A18-8015-6F9F780DC3C3}" type="parTrans" cxnId="{041D0439-3356-4F61-948C-85BE13A41403}">
      <dgm:prSet/>
      <dgm:spPr/>
      <dgm:t>
        <a:bodyPr/>
        <a:lstStyle/>
        <a:p>
          <a:endParaRPr lang="en-US"/>
        </a:p>
      </dgm:t>
    </dgm:pt>
    <dgm:pt modelId="{D83417CE-C8DA-4637-AA35-E363C6D9EF78}" type="sibTrans" cxnId="{041D0439-3356-4F61-948C-85BE13A41403}">
      <dgm:prSet/>
      <dgm:spPr/>
      <dgm:t>
        <a:bodyPr/>
        <a:lstStyle/>
        <a:p>
          <a:endParaRPr lang="en-US"/>
        </a:p>
      </dgm:t>
    </dgm:pt>
    <dgm:pt modelId="{F4EF90F0-2FF3-47E8-9A1D-AB5232550780}" type="pres">
      <dgm:prSet presAssocID="{6D10CCAA-8838-4E67-94A2-85A005757B3D}" presName="linear" presStyleCnt="0">
        <dgm:presLayoutVars>
          <dgm:dir/>
          <dgm:animLvl val="lvl"/>
          <dgm:resizeHandles val="exact"/>
        </dgm:presLayoutVars>
      </dgm:prSet>
      <dgm:spPr/>
    </dgm:pt>
    <dgm:pt modelId="{98B0B524-FF1A-4ED5-B197-526EA1CD9566}" type="pres">
      <dgm:prSet presAssocID="{E563CD6D-9D4C-4857-86D9-830AE4FE95D0}" presName="parentLin" presStyleCnt="0"/>
      <dgm:spPr/>
    </dgm:pt>
    <dgm:pt modelId="{8FA7E0B3-B8FF-446C-9A65-9CB219D525C6}" type="pres">
      <dgm:prSet presAssocID="{E563CD6D-9D4C-4857-86D9-830AE4FE95D0}" presName="parentLeftMargin" presStyleLbl="node1" presStyleIdx="0" presStyleCnt="2"/>
      <dgm:spPr/>
    </dgm:pt>
    <dgm:pt modelId="{E3A7893C-0846-4DD6-932A-0447A6439798}" type="pres">
      <dgm:prSet presAssocID="{E563CD6D-9D4C-4857-86D9-830AE4FE95D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5BD0826-E555-4D03-B65E-310F517B52B1}" type="pres">
      <dgm:prSet presAssocID="{E563CD6D-9D4C-4857-86D9-830AE4FE95D0}" presName="negativeSpace" presStyleCnt="0"/>
      <dgm:spPr/>
    </dgm:pt>
    <dgm:pt modelId="{1ACC7B6F-4C01-4109-907F-4AC8C91EEB7D}" type="pres">
      <dgm:prSet presAssocID="{E563CD6D-9D4C-4857-86D9-830AE4FE95D0}" presName="childText" presStyleLbl="conFgAcc1" presStyleIdx="0" presStyleCnt="2">
        <dgm:presLayoutVars>
          <dgm:bulletEnabled val="1"/>
        </dgm:presLayoutVars>
      </dgm:prSet>
      <dgm:spPr/>
    </dgm:pt>
    <dgm:pt modelId="{F2EBAAA9-912A-459D-A7A6-A47D692BDEC0}" type="pres">
      <dgm:prSet presAssocID="{BC48BB79-EBAA-4F82-8E43-58085308C9EE}" presName="spaceBetweenRectangles" presStyleCnt="0"/>
      <dgm:spPr/>
    </dgm:pt>
    <dgm:pt modelId="{8B5B8729-0F05-4CF4-82DC-F27F7BF192B4}" type="pres">
      <dgm:prSet presAssocID="{2DB6D8C7-CC2D-4952-B8E1-108E19326557}" presName="parentLin" presStyleCnt="0"/>
      <dgm:spPr/>
    </dgm:pt>
    <dgm:pt modelId="{51BC9C13-2CEE-49FE-ACFF-E5FA74B5CD28}" type="pres">
      <dgm:prSet presAssocID="{2DB6D8C7-CC2D-4952-B8E1-108E19326557}" presName="parentLeftMargin" presStyleLbl="node1" presStyleIdx="0" presStyleCnt="2"/>
      <dgm:spPr/>
    </dgm:pt>
    <dgm:pt modelId="{63C525B5-CB6F-405E-90C4-17EA2598F26F}" type="pres">
      <dgm:prSet presAssocID="{2DB6D8C7-CC2D-4952-B8E1-108E1932655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11BD68A-1C71-4681-A04E-CFC5B259F17B}" type="pres">
      <dgm:prSet presAssocID="{2DB6D8C7-CC2D-4952-B8E1-108E19326557}" presName="negativeSpace" presStyleCnt="0"/>
      <dgm:spPr/>
    </dgm:pt>
    <dgm:pt modelId="{37822924-F681-447C-A47E-79945124B5AE}" type="pres">
      <dgm:prSet presAssocID="{2DB6D8C7-CC2D-4952-B8E1-108E1932655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EB9C728-FC1F-435A-9421-FB3AB642E51B}" srcId="{2DB6D8C7-CC2D-4952-B8E1-108E19326557}" destId="{55503E8F-005D-4874-A6D3-325946F64ADD}" srcOrd="0" destOrd="0" parTransId="{C542D457-0CE4-4C81-B2AE-46AC19926BB0}" sibTransId="{0C6CF22D-E08E-4B3D-BB8D-C9597848543C}"/>
    <dgm:cxn modelId="{257B8A2B-07CF-4EF1-A192-AB619C346589}" type="presOf" srcId="{AF21D314-4CA9-4006-BD70-4C63682E44AD}" destId="{37822924-F681-447C-A47E-79945124B5AE}" srcOrd="0" destOrd="4" presId="urn:microsoft.com/office/officeart/2005/8/layout/list1"/>
    <dgm:cxn modelId="{BC0B1F30-129F-4D02-BDCC-8F622E0589C1}" type="presOf" srcId="{2DB6D8C7-CC2D-4952-B8E1-108E19326557}" destId="{63C525B5-CB6F-405E-90C4-17EA2598F26F}" srcOrd="1" destOrd="0" presId="urn:microsoft.com/office/officeart/2005/8/layout/list1"/>
    <dgm:cxn modelId="{0C674932-554D-4F16-BC9C-CDEB1D0E9AB3}" type="presOf" srcId="{795AB1AB-B44C-46C9-8DE7-F43629C06C82}" destId="{37822924-F681-447C-A47E-79945124B5AE}" srcOrd="0" destOrd="5" presId="urn:microsoft.com/office/officeart/2005/8/layout/list1"/>
    <dgm:cxn modelId="{C03CA436-4C52-405A-BBCA-25FC09EAF7B9}" type="presOf" srcId="{DA722D84-696A-4856-A696-FBC6860C54C5}" destId="{37822924-F681-447C-A47E-79945124B5AE}" srcOrd="0" destOrd="3" presId="urn:microsoft.com/office/officeart/2005/8/layout/list1"/>
    <dgm:cxn modelId="{041D0439-3356-4F61-948C-85BE13A41403}" srcId="{2DB6D8C7-CC2D-4952-B8E1-108E19326557}" destId="{B01361E3-5284-4332-BFE5-364A508363F5}" srcOrd="7" destOrd="0" parTransId="{7B11927D-0721-4A18-8015-6F9F780DC3C3}" sibTransId="{D83417CE-C8DA-4637-AA35-E363C6D9EF78}"/>
    <dgm:cxn modelId="{C493D63B-5708-44A9-B7BC-810E752B4F27}" type="presOf" srcId="{BB8B1B32-9D38-4A1B-9E6C-69DC5D9745C8}" destId="{37822924-F681-447C-A47E-79945124B5AE}" srcOrd="0" destOrd="2" presId="urn:microsoft.com/office/officeart/2005/8/layout/list1"/>
    <dgm:cxn modelId="{5416E365-4BD0-4B48-8A32-53552FA2E983}" type="presOf" srcId="{2DB6D8C7-CC2D-4952-B8E1-108E19326557}" destId="{51BC9C13-2CEE-49FE-ACFF-E5FA74B5CD28}" srcOrd="0" destOrd="0" presId="urn:microsoft.com/office/officeart/2005/8/layout/list1"/>
    <dgm:cxn modelId="{63BBD376-3CC1-4956-94EC-46112A20F787}" type="presOf" srcId="{85D81D89-CCF8-4999-905E-6AF3EAA48C0C}" destId="{37822924-F681-447C-A47E-79945124B5AE}" srcOrd="0" destOrd="1" presId="urn:microsoft.com/office/officeart/2005/8/layout/list1"/>
    <dgm:cxn modelId="{3953E576-4327-4D0D-8BF1-712B37105AB7}" srcId="{2DB6D8C7-CC2D-4952-B8E1-108E19326557}" destId="{AF21D314-4CA9-4006-BD70-4C63682E44AD}" srcOrd="4" destOrd="0" parTransId="{14D14A32-FDAB-43C7-AF11-A9206FC43021}" sibTransId="{AE55379A-B277-4B4F-98C8-A8CE0F3AB748}"/>
    <dgm:cxn modelId="{89AEFC59-9A2D-4B13-B704-6E34C67A1EA7}" type="presOf" srcId="{55503E8F-005D-4874-A6D3-325946F64ADD}" destId="{37822924-F681-447C-A47E-79945124B5AE}" srcOrd="0" destOrd="0" presId="urn:microsoft.com/office/officeart/2005/8/layout/list1"/>
    <dgm:cxn modelId="{F72E8987-A831-4C0A-BAC5-B81D65C7575B}" srcId="{2DB6D8C7-CC2D-4952-B8E1-108E19326557}" destId="{85D81D89-CCF8-4999-905E-6AF3EAA48C0C}" srcOrd="1" destOrd="0" parTransId="{B9972DE2-A38E-4C9A-AC3E-44B14BEF6543}" sibTransId="{90EB1F3F-2198-4E98-A3A5-F4D509E48243}"/>
    <dgm:cxn modelId="{06B2098E-5731-4CE4-8D18-89D406EA222C}" type="presOf" srcId="{6D10CCAA-8838-4E67-94A2-85A005757B3D}" destId="{F4EF90F0-2FF3-47E8-9A1D-AB5232550780}" srcOrd="0" destOrd="0" presId="urn:microsoft.com/office/officeart/2005/8/layout/list1"/>
    <dgm:cxn modelId="{F5159FA1-6CB9-4A82-99A1-487BF31AD93F}" srcId="{6D10CCAA-8838-4E67-94A2-85A005757B3D}" destId="{2DB6D8C7-CC2D-4952-B8E1-108E19326557}" srcOrd="1" destOrd="0" parTransId="{5FF31433-FCAC-4087-BE58-6D2147C292A9}" sibTransId="{EC16FB35-DEC2-4C13-9667-47C295D35EE7}"/>
    <dgm:cxn modelId="{2CE8C5A6-6E7F-4A1C-94FC-F3596FD8930B}" srcId="{2DB6D8C7-CC2D-4952-B8E1-108E19326557}" destId="{BB8B1B32-9D38-4A1B-9E6C-69DC5D9745C8}" srcOrd="2" destOrd="0" parTransId="{3C0DAA86-3039-419C-806D-49A99A250E5A}" sibTransId="{036F9AC5-994E-4A00-9BDD-55B53C7F7048}"/>
    <dgm:cxn modelId="{70AB1EA8-F462-4953-8CB8-86712E78E2B8}" type="presOf" srcId="{B01361E3-5284-4332-BFE5-364A508363F5}" destId="{37822924-F681-447C-A47E-79945124B5AE}" srcOrd="0" destOrd="7" presId="urn:microsoft.com/office/officeart/2005/8/layout/list1"/>
    <dgm:cxn modelId="{720747B3-0A8D-4A27-82E0-01593250FBE5}" type="presOf" srcId="{E563CD6D-9D4C-4857-86D9-830AE4FE95D0}" destId="{8FA7E0B3-B8FF-446C-9A65-9CB219D525C6}" srcOrd="0" destOrd="0" presId="urn:microsoft.com/office/officeart/2005/8/layout/list1"/>
    <dgm:cxn modelId="{E76655BA-669A-4085-A53A-7528E0C3D9CE}" srcId="{2DB6D8C7-CC2D-4952-B8E1-108E19326557}" destId="{795AB1AB-B44C-46C9-8DE7-F43629C06C82}" srcOrd="5" destOrd="0" parTransId="{4062BF3A-BF1A-4C14-A2A4-08D186E53CD3}" sibTransId="{9605E38A-5003-4D11-8B74-1E420E386F5D}"/>
    <dgm:cxn modelId="{20F5FDBE-02AE-4FBF-B993-875B7DDCB737}" srcId="{2DB6D8C7-CC2D-4952-B8E1-108E19326557}" destId="{DA722D84-696A-4856-A696-FBC6860C54C5}" srcOrd="3" destOrd="0" parTransId="{46522071-A059-4CCF-BBAD-713CC4739470}" sibTransId="{7B2024D7-6DA3-4E4F-9CF9-AB560BEDBF33}"/>
    <dgm:cxn modelId="{AA9C19C2-C51F-47F6-AF90-5E484737F475}" srcId="{6D10CCAA-8838-4E67-94A2-85A005757B3D}" destId="{E563CD6D-9D4C-4857-86D9-830AE4FE95D0}" srcOrd="0" destOrd="0" parTransId="{AF75AD9E-9565-4D17-BEB8-2D2DD3D10515}" sibTransId="{BC48BB79-EBAA-4F82-8E43-58085308C9EE}"/>
    <dgm:cxn modelId="{6D6334CD-F0FD-4B8A-8B42-1E10B8AE97FA}" type="presOf" srcId="{906C8D96-F232-47CD-AA75-D8ACBAC2C1E7}" destId="{37822924-F681-447C-A47E-79945124B5AE}" srcOrd="0" destOrd="6" presId="urn:microsoft.com/office/officeart/2005/8/layout/list1"/>
    <dgm:cxn modelId="{42031ADB-653D-4742-83B6-0EA019688502}" type="presOf" srcId="{E563CD6D-9D4C-4857-86D9-830AE4FE95D0}" destId="{E3A7893C-0846-4DD6-932A-0447A6439798}" srcOrd="1" destOrd="0" presId="urn:microsoft.com/office/officeart/2005/8/layout/list1"/>
    <dgm:cxn modelId="{A4AA04E0-9F6C-46BE-A042-72B43D4C4A9A}" srcId="{2DB6D8C7-CC2D-4952-B8E1-108E19326557}" destId="{906C8D96-F232-47CD-AA75-D8ACBAC2C1E7}" srcOrd="6" destOrd="0" parTransId="{1537DBE6-DBF0-45CF-9858-C384E4F1FEAF}" sibTransId="{76967431-6677-4DB5-B754-E082300A2DA0}"/>
    <dgm:cxn modelId="{A6329835-0EA4-47AA-9ED3-A1FB8A6B8128}" type="presParOf" srcId="{F4EF90F0-2FF3-47E8-9A1D-AB5232550780}" destId="{98B0B524-FF1A-4ED5-B197-526EA1CD9566}" srcOrd="0" destOrd="0" presId="urn:microsoft.com/office/officeart/2005/8/layout/list1"/>
    <dgm:cxn modelId="{FCB560D9-0548-4F4B-B2D3-8ED7DF0C271C}" type="presParOf" srcId="{98B0B524-FF1A-4ED5-B197-526EA1CD9566}" destId="{8FA7E0B3-B8FF-446C-9A65-9CB219D525C6}" srcOrd="0" destOrd="0" presId="urn:microsoft.com/office/officeart/2005/8/layout/list1"/>
    <dgm:cxn modelId="{A90590EF-205E-459C-ADF7-D0CBE6CA66F5}" type="presParOf" srcId="{98B0B524-FF1A-4ED5-B197-526EA1CD9566}" destId="{E3A7893C-0846-4DD6-932A-0447A6439798}" srcOrd="1" destOrd="0" presId="urn:microsoft.com/office/officeart/2005/8/layout/list1"/>
    <dgm:cxn modelId="{39D596A3-952A-473E-9830-A233055E237C}" type="presParOf" srcId="{F4EF90F0-2FF3-47E8-9A1D-AB5232550780}" destId="{45BD0826-E555-4D03-B65E-310F517B52B1}" srcOrd="1" destOrd="0" presId="urn:microsoft.com/office/officeart/2005/8/layout/list1"/>
    <dgm:cxn modelId="{F2BD627E-7EA0-47EA-BBBC-B62D90366B40}" type="presParOf" srcId="{F4EF90F0-2FF3-47E8-9A1D-AB5232550780}" destId="{1ACC7B6F-4C01-4109-907F-4AC8C91EEB7D}" srcOrd="2" destOrd="0" presId="urn:microsoft.com/office/officeart/2005/8/layout/list1"/>
    <dgm:cxn modelId="{52DF5F12-9FB3-4E1B-9F5E-6C1DBA598F17}" type="presParOf" srcId="{F4EF90F0-2FF3-47E8-9A1D-AB5232550780}" destId="{F2EBAAA9-912A-459D-A7A6-A47D692BDEC0}" srcOrd="3" destOrd="0" presId="urn:microsoft.com/office/officeart/2005/8/layout/list1"/>
    <dgm:cxn modelId="{8CE166C5-3A32-45E4-AB2D-955C3000EDD5}" type="presParOf" srcId="{F4EF90F0-2FF3-47E8-9A1D-AB5232550780}" destId="{8B5B8729-0F05-4CF4-82DC-F27F7BF192B4}" srcOrd="4" destOrd="0" presId="urn:microsoft.com/office/officeart/2005/8/layout/list1"/>
    <dgm:cxn modelId="{A94989C1-B2BB-43F7-BF62-EC11FA242545}" type="presParOf" srcId="{8B5B8729-0F05-4CF4-82DC-F27F7BF192B4}" destId="{51BC9C13-2CEE-49FE-ACFF-E5FA74B5CD28}" srcOrd="0" destOrd="0" presId="urn:microsoft.com/office/officeart/2005/8/layout/list1"/>
    <dgm:cxn modelId="{E8697E46-364C-4712-B759-1557470B7C01}" type="presParOf" srcId="{8B5B8729-0F05-4CF4-82DC-F27F7BF192B4}" destId="{63C525B5-CB6F-405E-90C4-17EA2598F26F}" srcOrd="1" destOrd="0" presId="urn:microsoft.com/office/officeart/2005/8/layout/list1"/>
    <dgm:cxn modelId="{74C7B0C5-0E8A-4301-8552-7B81606CFDC8}" type="presParOf" srcId="{F4EF90F0-2FF3-47E8-9A1D-AB5232550780}" destId="{611BD68A-1C71-4681-A04E-CFC5B259F17B}" srcOrd="5" destOrd="0" presId="urn:microsoft.com/office/officeart/2005/8/layout/list1"/>
    <dgm:cxn modelId="{1766673B-32DF-4981-ADF8-E45F9781D4BD}" type="presParOf" srcId="{F4EF90F0-2FF3-47E8-9A1D-AB5232550780}" destId="{37822924-F681-447C-A47E-79945124B5A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D10CCAA-8838-4E67-94A2-85A005757B3D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63CD6D-9D4C-4857-86D9-830AE4FE95D0}">
      <dgm:prSet/>
      <dgm:spPr/>
      <dgm:t>
        <a:bodyPr/>
        <a:lstStyle/>
        <a:p>
          <a:r>
            <a:rPr lang="en-US" b="1" dirty="0"/>
            <a:t>Cannot be subclassed</a:t>
          </a:r>
          <a:r>
            <a:rPr lang="en-US" dirty="0"/>
            <a:t>.</a:t>
          </a:r>
        </a:p>
      </dgm:t>
    </dgm:pt>
    <dgm:pt modelId="{AF75AD9E-9565-4D17-BEB8-2D2DD3D10515}" type="parTrans" cxnId="{AA9C19C2-C51F-47F6-AF90-5E484737F475}">
      <dgm:prSet/>
      <dgm:spPr/>
      <dgm:t>
        <a:bodyPr/>
        <a:lstStyle/>
        <a:p>
          <a:endParaRPr lang="en-US"/>
        </a:p>
      </dgm:t>
    </dgm:pt>
    <dgm:pt modelId="{BC48BB79-EBAA-4F82-8E43-58085308C9EE}" type="sibTrans" cxnId="{AA9C19C2-C51F-47F6-AF90-5E484737F475}">
      <dgm:prSet/>
      <dgm:spPr/>
      <dgm:t>
        <a:bodyPr/>
        <a:lstStyle/>
        <a:p>
          <a:endParaRPr lang="en-US"/>
        </a:p>
      </dgm:t>
    </dgm:pt>
    <dgm:pt modelId="{2DB6D8C7-CC2D-4952-B8E1-108E19326557}">
      <dgm:prSet/>
      <dgm:spPr/>
      <dgm:t>
        <a:bodyPr/>
        <a:lstStyle/>
        <a:p>
          <a:r>
            <a:rPr lang="en-US" b="1"/>
            <a:t>Example: </a:t>
          </a:r>
          <a:endParaRPr lang="en-US"/>
        </a:p>
      </dgm:t>
    </dgm:pt>
    <dgm:pt modelId="{5FF31433-FCAC-4087-BE58-6D2147C292A9}" type="parTrans" cxnId="{F5159FA1-6CB9-4A82-99A1-487BF31AD93F}">
      <dgm:prSet/>
      <dgm:spPr/>
      <dgm:t>
        <a:bodyPr/>
        <a:lstStyle/>
        <a:p>
          <a:endParaRPr lang="en-US"/>
        </a:p>
      </dgm:t>
    </dgm:pt>
    <dgm:pt modelId="{EC16FB35-DEC2-4C13-9667-47C295D35EE7}" type="sibTrans" cxnId="{F5159FA1-6CB9-4A82-99A1-487BF31AD93F}">
      <dgm:prSet/>
      <dgm:spPr/>
      <dgm:t>
        <a:bodyPr/>
        <a:lstStyle/>
        <a:p>
          <a:endParaRPr lang="en-US"/>
        </a:p>
      </dgm:t>
    </dgm:pt>
    <dgm:pt modelId="{55503E8F-005D-4874-A6D3-325946F64ADD}">
      <dgm:prSet/>
      <dgm:spPr/>
      <dgm:t>
        <a:bodyPr/>
        <a:lstStyle/>
        <a:p>
          <a:pPr>
            <a:buNone/>
          </a:pPr>
          <a:r>
            <a:rPr lang="en-US" dirty="0"/>
            <a:t>final class Utils {</a:t>
          </a:r>
        </a:p>
      </dgm:t>
    </dgm:pt>
    <dgm:pt modelId="{C542D457-0CE4-4C81-B2AE-46AC19926BB0}" type="parTrans" cxnId="{4EB9C728-FC1F-435A-9421-FB3AB642E51B}">
      <dgm:prSet/>
      <dgm:spPr/>
      <dgm:t>
        <a:bodyPr/>
        <a:lstStyle/>
        <a:p>
          <a:endParaRPr lang="en-US"/>
        </a:p>
      </dgm:t>
    </dgm:pt>
    <dgm:pt modelId="{0C6CF22D-E08E-4B3D-BB8D-C9597848543C}" type="sibTrans" cxnId="{4EB9C728-FC1F-435A-9421-FB3AB642E51B}">
      <dgm:prSet/>
      <dgm:spPr/>
      <dgm:t>
        <a:bodyPr/>
        <a:lstStyle/>
        <a:p>
          <a:endParaRPr lang="en-US"/>
        </a:p>
      </dgm:t>
    </dgm:pt>
    <dgm:pt modelId="{8EFB3666-6B7C-4898-882B-406C8BF8CACD}">
      <dgm:prSet/>
      <dgm:spPr/>
      <dgm:t>
        <a:bodyPr/>
        <a:lstStyle/>
        <a:p>
          <a:pPr>
            <a:buNone/>
          </a:pPr>
          <a:r>
            <a:rPr lang="en-US" dirty="0"/>
            <a:t> static void printHello() {</a:t>
          </a:r>
        </a:p>
      </dgm:t>
    </dgm:pt>
    <dgm:pt modelId="{890F0684-C39A-416C-9B11-6DC559BF822D}" type="parTrans" cxnId="{AFC25ED4-D96D-4ADD-8CD8-41ECE60B300A}">
      <dgm:prSet/>
      <dgm:spPr/>
      <dgm:t>
        <a:bodyPr/>
        <a:lstStyle/>
        <a:p>
          <a:endParaRPr lang="en-US"/>
        </a:p>
      </dgm:t>
    </dgm:pt>
    <dgm:pt modelId="{3ED4F63B-D270-4D05-9AB5-9DCE2DA663D0}" type="sibTrans" cxnId="{AFC25ED4-D96D-4ADD-8CD8-41ECE60B300A}">
      <dgm:prSet/>
      <dgm:spPr/>
      <dgm:t>
        <a:bodyPr/>
        <a:lstStyle/>
        <a:p>
          <a:endParaRPr lang="en-US"/>
        </a:p>
      </dgm:t>
    </dgm:pt>
    <dgm:pt modelId="{C6E9AF71-96AB-4783-BD9E-1C5FEBD9F9F0}">
      <dgm:prSet/>
      <dgm:spPr/>
      <dgm:t>
        <a:bodyPr/>
        <a:lstStyle/>
        <a:p>
          <a:pPr>
            <a:buNone/>
          </a:pPr>
          <a:r>
            <a:rPr lang="en-US" dirty="0"/>
            <a:t> System.out.println("Hello");</a:t>
          </a:r>
        </a:p>
      </dgm:t>
    </dgm:pt>
    <dgm:pt modelId="{FD070CC3-4ED8-4C8F-9598-9E7FAECBDFBA}" type="parTrans" cxnId="{6A94F940-5309-4E68-A4C1-DD38F7EE74C7}">
      <dgm:prSet/>
      <dgm:spPr/>
      <dgm:t>
        <a:bodyPr/>
        <a:lstStyle/>
        <a:p>
          <a:endParaRPr lang="en-US"/>
        </a:p>
      </dgm:t>
    </dgm:pt>
    <dgm:pt modelId="{69D5C71A-B67E-49E3-B69F-DDEB083F7F0E}" type="sibTrans" cxnId="{6A94F940-5309-4E68-A4C1-DD38F7EE74C7}">
      <dgm:prSet/>
      <dgm:spPr/>
      <dgm:t>
        <a:bodyPr/>
        <a:lstStyle/>
        <a:p>
          <a:endParaRPr lang="en-US"/>
        </a:p>
      </dgm:t>
    </dgm:pt>
    <dgm:pt modelId="{42B76EDB-0AED-424E-B27B-D2DE27233DC6}">
      <dgm:prSet/>
      <dgm:spPr/>
      <dgm:t>
        <a:bodyPr/>
        <a:lstStyle/>
        <a:p>
          <a:pPr>
            <a:buNone/>
          </a:pPr>
          <a:r>
            <a:rPr lang="en-US" dirty="0"/>
            <a:t> }</a:t>
          </a:r>
        </a:p>
      </dgm:t>
    </dgm:pt>
    <dgm:pt modelId="{273EDD0D-BB3E-4322-BCFA-67A9AC16424E}" type="parTrans" cxnId="{0F618448-C656-4408-B3C7-B027604DC4D3}">
      <dgm:prSet/>
      <dgm:spPr/>
      <dgm:t>
        <a:bodyPr/>
        <a:lstStyle/>
        <a:p>
          <a:endParaRPr lang="en-US"/>
        </a:p>
      </dgm:t>
    </dgm:pt>
    <dgm:pt modelId="{1CCEF18C-5443-429A-B91A-B83161AA3C99}" type="sibTrans" cxnId="{0F618448-C656-4408-B3C7-B027604DC4D3}">
      <dgm:prSet/>
      <dgm:spPr/>
      <dgm:t>
        <a:bodyPr/>
        <a:lstStyle/>
        <a:p>
          <a:endParaRPr lang="en-US"/>
        </a:p>
      </dgm:t>
    </dgm:pt>
    <dgm:pt modelId="{62A5E2DA-4446-4F29-8A4A-4146A2EFCFD3}">
      <dgm:prSet/>
      <dgm:spPr/>
      <dgm:t>
        <a:bodyPr/>
        <a:lstStyle/>
        <a:p>
          <a:pPr>
            <a:buNone/>
          </a:pPr>
          <a:r>
            <a:rPr lang="en-US" dirty="0"/>
            <a:t>}</a:t>
          </a:r>
        </a:p>
      </dgm:t>
    </dgm:pt>
    <dgm:pt modelId="{0273FEAD-59B3-4574-82E9-1F8CAB7BF089}" type="parTrans" cxnId="{C7A4916C-703A-4FFC-8694-695206F99ACE}">
      <dgm:prSet/>
      <dgm:spPr/>
      <dgm:t>
        <a:bodyPr/>
        <a:lstStyle/>
        <a:p>
          <a:endParaRPr lang="en-US"/>
        </a:p>
      </dgm:t>
    </dgm:pt>
    <dgm:pt modelId="{5A944086-9BBE-4F47-A703-4719A44D1B10}" type="sibTrans" cxnId="{C7A4916C-703A-4FFC-8694-695206F99ACE}">
      <dgm:prSet/>
      <dgm:spPr/>
      <dgm:t>
        <a:bodyPr/>
        <a:lstStyle/>
        <a:p>
          <a:endParaRPr lang="en-US"/>
        </a:p>
      </dgm:t>
    </dgm:pt>
    <dgm:pt modelId="{93CE3CB7-4759-410E-9711-693FE856743D}">
      <dgm:prSet/>
      <dgm:spPr/>
      <dgm:t>
        <a:bodyPr/>
        <a:lstStyle/>
        <a:p>
          <a:pPr>
            <a:buNone/>
          </a:pPr>
          <a:r>
            <a:rPr lang="en-US" dirty="0"/>
            <a:t>// class MyUtils extends Utils {} // ❌ Error</a:t>
          </a:r>
        </a:p>
      </dgm:t>
    </dgm:pt>
    <dgm:pt modelId="{EE3D1CFC-A167-496B-A943-801C4B199DFF}" type="parTrans" cxnId="{4207FB66-9BF0-4EEB-86DB-9C965E3FEF3F}">
      <dgm:prSet/>
      <dgm:spPr/>
      <dgm:t>
        <a:bodyPr/>
        <a:lstStyle/>
        <a:p>
          <a:endParaRPr lang="en-US"/>
        </a:p>
      </dgm:t>
    </dgm:pt>
    <dgm:pt modelId="{221562CF-1893-45B1-B0F4-CB09823C65FD}" type="sibTrans" cxnId="{4207FB66-9BF0-4EEB-86DB-9C965E3FEF3F}">
      <dgm:prSet/>
      <dgm:spPr/>
      <dgm:t>
        <a:bodyPr/>
        <a:lstStyle/>
        <a:p>
          <a:endParaRPr lang="en-US"/>
        </a:p>
      </dgm:t>
    </dgm:pt>
    <dgm:pt modelId="{F4EF90F0-2FF3-47E8-9A1D-AB5232550780}" type="pres">
      <dgm:prSet presAssocID="{6D10CCAA-8838-4E67-94A2-85A005757B3D}" presName="linear" presStyleCnt="0">
        <dgm:presLayoutVars>
          <dgm:dir/>
          <dgm:animLvl val="lvl"/>
          <dgm:resizeHandles val="exact"/>
        </dgm:presLayoutVars>
      </dgm:prSet>
      <dgm:spPr/>
    </dgm:pt>
    <dgm:pt modelId="{98B0B524-FF1A-4ED5-B197-526EA1CD9566}" type="pres">
      <dgm:prSet presAssocID="{E563CD6D-9D4C-4857-86D9-830AE4FE95D0}" presName="parentLin" presStyleCnt="0"/>
      <dgm:spPr/>
    </dgm:pt>
    <dgm:pt modelId="{8FA7E0B3-B8FF-446C-9A65-9CB219D525C6}" type="pres">
      <dgm:prSet presAssocID="{E563CD6D-9D4C-4857-86D9-830AE4FE95D0}" presName="parentLeftMargin" presStyleLbl="node1" presStyleIdx="0" presStyleCnt="2"/>
      <dgm:spPr/>
    </dgm:pt>
    <dgm:pt modelId="{E3A7893C-0846-4DD6-932A-0447A6439798}" type="pres">
      <dgm:prSet presAssocID="{E563CD6D-9D4C-4857-86D9-830AE4FE95D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5BD0826-E555-4D03-B65E-310F517B52B1}" type="pres">
      <dgm:prSet presAssocID="{E563CD6D-9D4C-4857-86D9-830AE4FE95D0}" presName="negativeSpace" presStyleCnt="0"/>
      <dgm:spPr/>
    </dgm:pt>
    <dgm:pt modelId="{1ACC7B6F-4C01-4109-907F-4AC8C91EEB7D}" type="pres">
      <dgm:prSet presAssocID="{E563CD6D-9D4C-4857-86D9-830AE4FE95D0}" presName="childText" presStyleLbl="conFgAcc1" presStyleIdx="0" presStyleCnt="2">
        <dgm:presLayoutVars>
          <dgm:bulletEnabled val="1"/>
        </dgm:presLayoutVars>
      </dgm:prSet>
      <dgm:spPr/>
    </dgm:pt>
    <dgm:pt modelId="{F2EBAAA9-912A-459D-A7A6-A47D692BDEC0}" type="pres">
      <dgm:prSet presAssocID="{BC48BB79-EBAA-4F82-8E43-58085308C9EE}" presName="spaceBetweenRectangles" presStyleCnt="0"/>
      <dgm:spPr/>
    </dgm:pt>
    <dgm:pt modelId="{8B5B8729-0F05-4CF4-82DC-F27F7BF192B4}" type="pres">
      <dgm:prSet presAssocID="{2DB6D8C7-CC2D-4952-B8E1-108E19326557}" presName="parentLin" presStyleCnt="0"/>
      <dgm:spPr/>
    </dgm:pt>
    <dgm:pt modelId="{51BC9C13-2CEE-49FE-ACFF-E5FA74B5CD28}" type="pres">
      <dgm:prSet presAssocID="{2DB6D8C7-CC2D-4952-B8E1-108E19326557}" presName="parentLeftMargin" presStyleLbl="node1" presStyleIdx="0" presStyleCnt="2"/>
      <dgm:spPr/>
    </dgm:pt>
    <dgm:pt modelId="{63C525B5-CB6F-405E-90C4-17EA2598F26F}" type="pres">
      <dgm:prSet presAssocID="{2DB6D8C7-CC2D-4952-B8E1-108E1932655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11BD68A-1C71-4681-A04E-CFC5B259F17B}" type="pres">
      <dgm:prSet presAssocID="{2DB6D8C7-CC2D-4952-B8E1-108E19326557}" presName="negativeSpace" presStyleCnt="0"/>
      <dgm:spPr/>
    </dgm:pt>
    <dgm:pt modelId="{37822924-F681-447C-A47E-79945124B5AE}" type="pres">
      <dgm:prSet presAssocID="{2DB6D8C7-CC2D-4952-B8E1-108E19326557}" presName="childText" presStyleLbl="conFgAcc1" presStyleIdx="1" presStyleCnt="2" custLinFactY="11762" custLinFactNeighborX="486" custLinFactNeighborY="100000">
        <dgm:presLayoutVars>
          <dgm:bulletEnabled val="1"/>
        </dgm:presLayoutVars>
      </dgm:prSet>
      <dgm:spPr/>
    </dgm:pt>
  </dgm:ptLst>
  <dgm:cxnLst>
    <dgm:cxn modelId="{3CB58120-2C3C-49B3-BB0F-2D8E76701A4D}" type="presOf" srcId="{C6E9AF71-96AB-4783-BD9E-1C5FEBD9F9F0}" destId="{37822924-F681-447C-A47E-79945124B5AE}" srcOrd="0" destOrd="2" presId="urn:microsoft.com/office/officeart/2005/8/layout/list1"/>
    <dgm:cxn modelId="{4EB9C728-FC1F-435A-9421-FB3AB642E51B}" srcId="{2DB6D8C7-CC2D-4952-B8E1-108E19326557}" destId="{55503E8F-005D-4874-A6D3-325946F64ADD}" srcOrd="0" destOrd="0" parTransId="{C542D457-0CE4-4C81-B2AE-46AC19926BB0}" sibTransId="{0C6CF22D-E08E-4B3D-BB8D-C9597848543C}"/>
    <dgm:cxn modelId="{BC0B1F30-129F-4D02-BDCC-8F622E0589C1}" type="presOf" srcId="{2DB6D8C7-CC2D-4952-B8E1-108E19326557}" destId="{63C525B5-CB6F-405E-90C4-17EA2598F26F}" srcOrd="1" destOrd="0" presId="urn:microsoft.com/office/officeart/2005/8/layout/list1"/>
    <dgm:cxn modelId="{6A94F940-5309-4E68-A4C1-DD38F7EE74C7}" srcId="{2DB6D8C7-CC2D-4952-B8E1-108E19326557}" destId="{C6E9AF71-96AB-4783-BD9E-1C5FEBD9F9F0}" srcOrd="2" destOrd="0" parTransId="{FD070CC3-4ED8-4C8F-9598-9E7FAECBDFBA}" sibTransId="{69D5C71A-B67E-49E3-B69F-DDEB083F7F0E}"/>
    <dgm:cxn modelId="{5416E365-4BD0-4B48-8A32-53552FA2E983}" type="presOf" srcId="{2DB6D8C7-CC2D-4952-B8E1-108E19326557}" destId="{51BC9C13-2CEE-49FE-ACFF-E5FA74B5CD28}" srcOrd="0" destOrd="0" presId="urn:microsoft.com/office/officeart/2005/8/layout/list1"/>
    <dgm:cxn modelId="{4207FB66-9BF0-4EEB-86DB-9C965E3FEF3F}" srcId="{2DB6D8C7-CC2D-4952-B8E1-108E19326557}" destId="{93CE3CB7-4759-410E-9711-693FE856743D}" srcOrd="5" destOrd="0" parTransId="{EE3D1CFC-A167-496B-A943-801C4B199DFF}" sibTransId="{221562CF-1893-45B1-B0F4-CB09823C65FD}"/>
    <dgm:cxn modelId="{0F618448-C656-4408-B3C7-B027604DC4D3}" srcId="{2DB6D8C7-CC2D-4952-B8E1-108E19326557}" destId="{42B76EDB-0AED-424E-B27B-D2DE27233DC6}" srcOrd="3" destOrd="0" parTransId="{273EDD0D-BB3E-4322-BCFA-67A9AC16424E}" sibTransId="{1CCEF18C-5443-429A-B91A-B83161AA3C99}"/>
    <dgm:cxn modelId="{C7A4916C-703A-4FFC-8694-695206F99ACE}" srcId="{2DB6D8C7-CC2D-4952-B8E1-108E19326557}" destId="{62A5E2DA-4446-4F29-8A4A-4146A2EFCFD3}" srcOrd="4" destOrd="0" parTransId="{0273FEAD-59B3-4574-82E9-1F8CAB7BF089}" sibTransId="{5A944086-9BBE-4F47-A703-4719A44D1B10}"/>
    <dgm:cxn modelId="{42BF136D-4467-41E6-B387-1FB2C58011C8}" type="presOf" srcId="{62A5E2DA-4446-4F29-8A4A-4146A2EFCFD3}" destId="{37822924-F681-447C-A47E-79945124B5AE}" srcOrd="0" destOrd="4" presId="urn:microsoft.com/office/officeart/2005/8/layout/list1"/>
    <dgm:cxn modelId="{89AEFC59-9A2D-4B13-B704-6E34C67A1EA7}" type="presOf" srcId="{55503E8F-005D-4874-A6D3-325946F64ADD}" destId="{37822924-F681-447C-A47E-79945124B5AE}" srcOrd="0" destOrd="0" presId="urn:microsoft.com/office/officeart/2005/8/layout/list1"/>
    <dgm:cxn modelId="{1F7A1F7C-35F7-4BB0-84D8-0FDD8612BBDE}" type="presOf" srcId="{8EFB3666-6B7C-4898-882B-406C8BF8CACD}" destId="{37822924-F681-447C-A47E-79945124B5AE}" srcOrd="0" destOrd="1" presId="urn:microsoft.com/office/officeart/2005/8/layout/list1"/>
    <dgm:cxn modelId="{06B2098E-5731-4CE4-8D18-89D406EA222C}" type="presOf" srcId="{6D10CCAA-8838-4E67-94A2-85A005757B3D}" destId="{F4EF90F0-2FF3-47E8-9A1D-AB5232550780}" srcOrd="0" destOrd="0" presId="urn:microsoft.com/office/officeart/2005/8/layout/list1"/>
    <dgm:cxn modelId="{EA999EA1-CD40-41BC-84B8-A08E15C91B59}" type="presOf" srcId="{93CE3CB7-4759-410E-9711-693FE856743D}" destId="{37822924-F681-447C-A47E-79945124B5AE}" srcOrd="0" destOrd="5" presId="urn:microsoft.com/office/officeart/2005/8/layout/list1"/>
    <dgm:cxn modelId="{F5159FA1-6CB9-4A82-99A1-487BF31AD93F}" srcId="{6D10CCAA-8838-4E67-94A2-85A005757B3D}" destId="{2DB6D8C7-CC2D-4952-B8E1-108E19326557}" srcOrd="1" destOrd="0" parTransId="{5FF31433-FCAC-4087-BE58-6D2147C292A9}" sibTransId="{EC16FB35-DEC2-4C13-9667-47C295D35EE7}"/>
    <dgm:cxn modelId="{720747B3-0A8D-4A27-82E0-01593250FBE5}" type="presOf" srcId="{E563CD6D-9D4C-4857-86D9-830AE4FE95D0}" destId="{8FA7E0B3-B8FF-446C-9A65-9CB219D525C6}" srcOrd="0" destOrd="0" presId="urn:microsoft.com/office/officeart/2005/8/layout/list1"/>
    <dgm:cxn modelId="{AA9C19C2-C51F-47F6-AF90-5E484737F475}" srcId="{6D10CCAA-8838-4E67-94A2-85A005757B3D}" destId="{E563CD6D-9D4C-4857-86D9-830AE4FE95D0}" srcOrd="0" destOrd="0" parTransId="{AF75AD9E-9565-4D17-BEB8-2D2DD3D10515}" sibTransId="{BC48BB79-EBAA-4F82-8E43-58085308C9EE}"/>
    <dgm:cxn modelId="{DA3AB0D2-2E5B-4D6B-B511-0FA7B6DA768C}" type="presOf" srcId="{42B76EDB-0AED-424E-B27B-D2DE27233DC6}" destId="{37822924-F681-447C-A47E-79945124B5AE}" srcOrd="0" destOrd="3" presId="urn:microsoft.com/office/officeart/2005/8/layout/list1"/>
    <dgm:cxn modelId="{AFC25ED4-D96D-4ADD-8CD8-41ECE60B300A}" srcId="{2DB6D8C7-CC2D-4952-B8E1-108E19326557}" destId="{8EFB3666-6B7C-4898-882B-406C8BF8CACD}" srcOrd="1" destOrd="0" parTransId="{890F0684-C39A-416C-9B11-6DC559BF822D}" sibTransId="{3ED4F63B-D270-4D05-9AB5-9DCE2DA663D0}"/>
    <dgm:cxn modelId="{42031ADB-653D-4742-83B6-0EA019688502}" type="presOf" srcId="{E563CD6D-9D4C-4857-86D9-830AE4FE95D0}" destId="{E3A7893C-0846-4DD6-932A-0447A6439798}" srcOrd="1" destOrd="0" presId="urn:microsoft.com/office/officeart/2005/8/layout/list1"/>
    <dgm:cxn modelId="{A6329835-0EA4-47AA-9ED3-A1FB8A6B8128}" type="presParOf" srcId="{F4EF90F0-2FF3-47E8-9A1D-AB5232550780}" destId="{98B0B524-FF1A-4ED5-B197-526EA1CD9566}" srcOrd="0" destOrd="0" presId="urn:microsoft.com/office/officeart/2005/8/layout/list1"/>
    <dgm:cxn modelId="{FCB560D9-0548-4F4B-B2D3-8ED7DF0C271C}" type="presParOf" srcId="{98B0B524-FF1A-4ED5-B197-526EA1CD9566}" destId="{8FA7E0B3-B8FF-446C-9A65-9CB219D525C6}" srcOrd="0" destOrd="0" presId="urn:microsoft.com/office/officeart/2005/8/layout/list1"/>
    <dgm:cxn modelId="{A90590EF-205E-459C-ADF7-D0CBE6CA66F5}" type="presParOf" srcId="{98B0B524-FF1A-4ED5-B197-526EA1CD9566}" destId="{E3A7893C-0846-4DD6-932A-0447A6439798}" srcOrd="1" destOrd="0" presId="urn:microsoft.com/office/officeart/2005/8/layout/list1"/>
    <dgm:cxn modelId="{39D596A3-952A-473E-9830-A233055E237C}" type="presParOf" srcId="{F4EF90F0-2FF3-47E8-9A1D-AB5232550780}" destId="{45BD0826-E555-4D03-B65E-310F517B52B1}" srcOrd="1" destOrd="0" presId="urn:microsoft.com/office/officeart/2005/8/layout/list1"/>
    <dgm:cxn modelId="{F2BD627E-7EA0-47EA-BBBC-B62D90366B40}" type="presParOf" srcId="{F4EF90F0-2FF3-47E8-9A1D-AB5232550780}" destId="{1ACC7B6F-4C01-4109-907F-4AC8C91EEB7D}" srcOrd="2" destOrd="0" presId="urn:microsoft.com/office/officeart/2005/8/layout/list1"/>
    <dgm:cxn modelId="{52DF5F12-9FB3-4E1B-9F5E-6C1DBA598F17}" type="presParOf" srcId="{F4EF90F0-2FF3-47E8-9A1D-AB5232550780}" destId="{F2EBAAA9-912A-459D-A7A6-A47D692BDEC0}" srcOrd="3" destOrd="0" presId="urn:microsoft.com/office/officeart/2005/8/layout/list1"/>
    <dgm:cxn modelId="{8CE166C5-3A32-45E4-AB2D-955C3000EDD5}" type="presParOf" srcId="{F4EF90F0-2FF3-47E8-9A1D-AB5232550780}" destId="{8B5B8729-0F05-4CF4-82DC-F27F7BF192B4}" srcOrd="4" destOrd="0" presId="urn:microsoft.com/office/officeart/2005/8/layout/list1"/>
    <dgm:cxn modelId="{A94989C1-B2BB-43F7-BF62-EC11FA242545}" type="presParOf" srcId="{8B5B8729-0F05-4CF4-82DC-F27F7BF192B4}" destId="{51BC9C13-2CEE-49FE-ACFF-E5FA74B5CD28}" srcOrd="0" destOrd="0" presId="urn:microsoft.com/office/officeart/2005/8/layout/list1"/>
    <dgm:cxn modelId="{E8697E46-364C-4712-B759-1557470B7C01}" type="presParOf" srcId="{8B5B8729-0F05-4CF4-82DC-F27F7BF192B4}" destId="{63C525B5-CB6F-405E-90C4-17EA2598F26F}" srcOrd="1" destOrd="0" presId="urn:microsoft.com/office/officeart/2005/8/layout/list1"/>
    <dgm:cxn modelId="{74C7B0C5-0E8A-4301-8552-7B81606CFDC8}" type="presParOf" srcId="{F4EF90F0-2FF3-47E8-9A1D-AB5232550780}" destId="{611BD68A-1C71-4681-A04E-CFC5B259F17B}" srcOrd="5" destOrd="0" presId="urn:microsoft.com/office/officeart/2005/8/layout/list1"/>
    <dgm:cxn modelId="{1766673B-32DF-4981-ADF8-E45F9781D4BD}" type="presParOf" srcId="{F4EF90F0-2FF3-47E8-9A1D-AB5232550780}" destId="{37822924-F681-447C-A47E-79945124B5A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F4EEDF-F7C9-4537-80BA-6540BAC7ECFE}">
      <dsp:nvSpPr>
        <dsp:cNvPr id="0" name=""/>
        <dsp:cNvSpPr/>
      </dsp:nvSpPr>
      <dsp:spPr>
        <a:xfrm>
          <a:off x="1154851" y="1080887"/>
          <a:ext cx="1503712" cy="15037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68EC5-03C4-4AA9-B878-B8CDC082DEE0}">
      <dsp:nvSpPr>
        <dsp:cNvPr id="0" name=""/>
        <dsp:cNvSpPr/>
      </dsp:nvSpPr>
      <dsp:spPr>
        <a:xfrm>
          <a:off x="205774" y="2987155"/>
          <a:ext cx="33415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OOP (Object-Oriented Programming)</a:t>
          </a:r>
          <a:r>
            <a:rPr lang="en-US" sz="1300" kern="1200" dirty="0"/>
            <a:t> is a programming paradigm that organizes software design around </a:t>
          </a:r>
          <a:r>
            <a:rPr lang="en-US" sz="1300" b="1" kern="1200" dirty="0"/>
            <a:t>objects</a:t>
          </a:r>
          <a:r>
            <a:rPr lang="en-US" sz="1300" kern="1200" dirty="0"/>
            <a:t> rather than functions or logic.</a:t>
          </a:r>
        </a:p>
      </dsp:txBody>
      <dsp:txXfrm>
        <a:off x="205774" y="2987155"/>
        <a:ext cx="3341583" cy="720000"/>
      </dsp:txXfrm>
    </dsp:sp>
    <dsp:sp modelId="{0891F2EB-36B6-41DF-A14A-C7AC4B0D3CA1}">
      <dsp:nvSpPr>
        <dsp:cNvPr id="0" name=""/>
        <dsp:cNvSpPr/>
      </dsp:nvSpPr>
      <dsp:spPr>
        <a:xfrm>
          <a:off x="5081212" y="1080887"/>
          <a:ext cx="1503712" cy="15037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12A7A-0265-4DD6-AEFC-E7A8B83922AA}">
      <dsp:nvSpPr>
        <dsp:cNvPr id="0" name=""/>
        <dsp:cNvSpPr/>
      </dsp:nvSpPr>
      <dsp:spPr>
        <a:xfrm>
          <a:off x="4162276" y="2977104"/>
          <a:ext cx="33415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 </a:t>
          </a:r>
          <a:r>
            <a:rPr lang="en-US" sz="1300" b="1" kern="1200"/>
            <a:t>Java</a:t>
          </a:r>
          <a:r>
            <a:rPr lang="en-US" sz="1300" kern="1200"/>
            <a:t>, OOP is the core concept, which allows developers to model real-world entities and their interactions in a program.</a:t>
          </a:r>
        </a:p>
      </dsp:txBody>
      <dsp:txXfrm>
        <a:off x="4162276" y="2977104"/>
        <a:ext cx="3341583" cy="720000"/>
      </dsp:txXfrm>
    </dsp:sp>
    <dsp:sp modelId="{F1E72F84-A581-47AA-BAB2-ED07A5CEDEAA}">
      <dsp:nvSpPr>
        <dsp:cNvPr id="0" name=""/>
        <dsp:cNvSpPr/>
      </dsp:nvSpPr>
      <dsp:spPr>
        <a:xfrm>
          <a:off x="9007573" y="1080887"/>
          <a:ext cx="1503712" cy="15037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D0635-5559-493C-84B4-F4CBA20FC1D6}">
      <dsp:nvSpPr>
        <dsp:cNvPr id="0" name=""/>
        <dsp:cNvSpPr/>
      </dsp:nvSpPr>
      <dsp:spPr>
        <a:xfrm>
          <a:off x="8088637" y="2977104"/>
          <a:ext cx="33415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Java OOP focuses on </a:t>
          </a:r>
          <a:r>
            <a:rPr lang="en-US" sz="1300" b="1" kern="1200"/>
            <a:t>encapsulation, inheritance, polymorphism, and abstraction</a:t>
          </a:r>
          <a:r>
            <a:rPr lang="en-US" sz="1300" kern="1200"/>
            <a:t>, making code </a:t>
          </a:r>
          <a:r>
            <a:rPr lang="en-US" sz="1300" b="1" kern="1200"/>
            <a:t>reusable, modular, and easier to maintain</a:t>
          </a:r>
          <a:r>
            <a:rPr lang="en-US" sz="1300" kern="1200"/>
            <a:t>.</a:t>
          </a:r>
        </a:p>
      </dsp:txBody>
      <dsp:txXfrm>
        <a:off x="8088637" y="2977104"/>
        <a:ext cx="334158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6DFB34-6166-4707-AEE8-D34141886A56}">
      <dsp:nvSpPr>
        <dsp:cNvPr id="0" name=""/>
        <dsp:cNvSpPr/>
      </dsp:nvSpPr>
      <dsp:spPr>
        <a:xfrm>
          <a:off x="3342" y="507088"/>
          <a:ext cx="1809721" cy="1085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Classes</a:t>
          </a:r>
        </a:p>
      </dsp:txBody>
      <dsp:txXfrm>
        <a:off x="3342" y="507088"/>
        <a:ext cx="1809721" cy="1085833"/>
      </dsp:txXfrm>
    </dsp:sp>
    <dsp:sp modelId="{B392B05C-9606-4516-A2B3-FBAEAA9AB2ED}">
      <dsp:nvSpPr>
        <dsp:cNvPr id="0" name=""/>
        <dsp:cNvSpPr/>
      </dsp:nvSpPr>
      <dsp:spPr>
        <a:xfrm>
          <a:off x="1994036" y="507088"/>
          <a:ext cx="1809721" cy="1085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Objects</a:t>
          </a:r>
        </a:p>
      </dsp:txBody>
      <dsp:txXfrm>
        <a:off x="1994036" y="507088"/>
        <a:ext cx="1809721" cy="1085833"/>
      </dsp:txXfrm>
    </dsp:sp>
    <dsp:sp modelId="{87E2BAC5-2818-47C7-9854-02410893DB43}">
      <dsp:nvSpPr>
        <dsp:cNvPr id="0" name=""/>
        <dsp:cNvSpPr/>
      </dsp:nvSpPr>
      <dsp:spPr>
        <a:xfrm>
          <a:off x="3984730" y="507088"/>
          <a:ext cx="1809721" cy="1085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Access Modifiers</a:t>
          </a:r>
        </a:p>
      </dsp:txBody>
      <dsp:txXfrm>
        <a:off x="3984730" y="507088"/>
        <a:ext cx="1809721" cy="1085833"/>
      </dsp:txXfrm>
    </dsp:sp>
    <dsp:sp modelId="{019B225A-E26C-4F5D-89CF-81E3DB889B2E}">
      <dsp:nvSpPr>
        <dsp:cNvPr id="0" name=""/>
        <dsp:cNvSpPr/>
      </dsp:nvSpPr>
      <dsp:spPr>
        <a:xfrm>
          <a:off x="5975424" y="507088"/>
          <a:ext cx="1809721" cy="1085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Encapsulation</a:t>
          </a:r>
        </a:p>
      </dsp:txBody>
      <dsp:txXfrm>
        <a:off x="5975424" y="507088"/>
        <a:ext cx="1809721" cy="1085833"/>
      </dsp:txXfrm>
    </dsp:sp>
    <dsp:sp modelId="{B040906F-36E7-4DD7-AA68-C63FD803BC8D}">
      <dsp:nvSpPr>
        <dsp:cNvPr id="0" name=""/>
        <dsp:cNvSpPr/>
      </dsp:nvSpPr>
      <dsp:spPr>
        <a:xfrm>
          <a:off x="7966117" y="507088"/>
          <a:ext cx="1809721" cy="1085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Inheritance</a:t>
          </a:r>
        </a:p>
      </dsp:txBody>
      <dsp:txXfrm>
        <a:off x="7966117" y="507088"/>
        <a:ext cx="1809721" cy="1085833"/>
      </dsp:txXfrm>
    </dsp:sp>
    <dsp:sp modelId="{944E9E60-A875-4A79-BC72-E59A5B567959}">
      <dsp:nvSpPr>
        <dsp:cNvPr id="0" name=""/>
        <dsp:cNvSpPr/>
      </dsp:nvSpPr>
      <dsp:spPr>
        <a:xfrm>
          <a:off x="998689" y="1773893"/>
          <a:ext cx="1809721" cy="1085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Polymorphism</a:t>
          </a:r>
        </a:p>
      </dsp:txBody>
      <dsp:txXfrm>
        <a:off x="998689" y="1773893"/>
        <a:ext cx="1809721" cy="1085833"/>
      </dsp:txXfrm>
    </dsp:sp>
    <dsp:sp modelId="{B7732FBE-0DF7-44F1-A158-44FAB1C50321}">
      <dsp:nvSpPr>
        <dsp:cNvPr id="0" name=""/>
        <dsp:cNvSpPr/>
      </dsp:nvSpPr>
      <dsp:spPr>
        <a:xfrm>
          <a:off x="2989383" y="1773893"/>
          <a:ext cx="1809721" cy="1085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Abstraction</a:t>
          </a:r>
        </a:p>
      </dsp:txBody>
      <dsp:txXfrm>
        <a:off x="2989383" y="1773893"/>
        <a:ext cx="1809721" cy="1085833"/>
      </dsp:txXfrm>
    </dsp:sp>
    <dsp:sp modelId="{CEEDFBE5-99DD-46EB-BB86-4C520DAEE9FA}">
      <dsp:nvSpPr>
        <dsp:cNvPr id="0" name=""/>
        <dsp:cNvSpPr/>
      </dsp:nvSpPr>
      <dsp:spPr>
        <a:xfrm>
          <a:off x="4980077" y="1773893"/>
          <a:ext cx="1809721" cy="1085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Interfaces</a:t>
          </a:r>
        </a:p>
      </dsp:txBody>
      <dsp:txXfrm>
        <a:off x="4980077" y="1773893"/>
        <a:ext cx="1809721" cy="1085833"/>
      </dsp:txXfrm>
    </dsp:sp>
    <dsp:sp modelId="{2FB9E65A-3903-43E9-BF24-0D6BF986161A}">
      <dsp:nvSpPr>
        <dsp:cNvPr id="0" name=""/>
        <dsp:cNvSpPr/>
      </dsp:nvSpPr>
      <dsp:spPr>
        <a:xfrm>
          <a:off x="6970770" y="1773893"/>
          <a:ext cx="1809721" cy="1085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Final Keyword</a:t>
          </a:r>
        </a:p>
      </dsp:txBody>
      <dsp:txXfrm>
        <a:off x="6970770" y="1773893"/>
        <a:ext cx="1809721" cy="10858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442202-2ABD-4640-B5EF-C9377E16C373}">
      <dsp:nvSpPr>
        <dsp:cNvPr id="0" name=""/>
        <dsp:cNvSpPr/>
      </dsp:nvSpPr>
      <dsp:spPr>
        <a:xfrm>
          <a:off x="4160211" y="1283090"/>
          <a:ext cx="1234335" cy="5874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0317"/>
              </a:lnTo>
              <a:lnTo>
                <a:pt x="1234335" y="400317"/>
              </a:lnTo>
              <a:lnTo>
                <a:pt x="1234335" y="587431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DD4878-7BF2-4C4C-812A-0E6BB51F9BB9}">
      <dsp:nvSpPr>
        <dsp:cNvPr id="0" name=""/>
        <dsp:cNvSpPr/>
      </dsp:nvSpPr>
      <dsp:spPr>
        <a:xfrm>
          <a:off x="2925875" y="1283090"/>
          <a:ext cx="1234335" cy="587431"/>
        </a:xfrm>
        <a:custGeom>
          <a:avLst/>
          <a:gdLst/>
          <a:ahLst/>
          <a:cxnLst/>
          <a:rect l="0" t="0" r="0" b="0"/>
          <a:pathLst>
            <a:path>
              <a:moveTo>
                <a:pt x="1234335" y="0"/>
              </a:moveTo>
              <a:lnTo>
                <a:pt x="1234335" y="400317"/>
              </a:lnTo>
              <a:lnTo>
                <a:pt x="0" y="400317"/>
              </a:lnTo>
              <a:lnTo>
                <a:pt x="0" y="587431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6DC672-86A7-44DC-AB08-49FCC38012BC}">
      <dsp:nvSpPr>
        <dsp:cNvPr id="0" name=""/>
        <dsp:cNvSpPr/>
      </dsp:nvSpPr>
      <dsp:spPr>
        <a:xfrm>
          <a:off x="3150300" y="503"/>
          <a:ext cx="2019821" cy="12825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59E1581-6AB8-4BA2-BABA-7FFDF52E8585}">
      <dsp:nvSpPr>
        <dsp:cNvPr id="0" name=""/>
        <dsp:cNvSpPr/>
      </dsp:nvSpPr>
      <dsp:spPr>
        <a:xfrm>
          <a:off x="3374725" y="213706"/>
          <a:ext cx="2019821" cy="12825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Is a user-defined type:</a:t>
          </a:r>
        </a:p>
      </dsp:txBody>
      <dsp:txXfrm>
        <a:off x="3412291" y="251272"/>
        <a:ext cx="1944689" cy="1207454"/>
      </dsp:txXfrm>
    </dsp:sp>
    <dsp:sp modelId="{8E1F6FDF-F520-4413-A235-48C6D144001C}">
      <dsp:nvSpPr>
        <dsp:cNvPr id="0" name=""/>
        <dsp:cNvSpPr/>
      </dsp:nvSpPr>
      <dsp:spPr>
        <a:xfrm>
          <a:off x="1915965" y="1870521"/>
          <a:ext cx="2019821" cy="12825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CDE6299-A1F8-466D-A57A-A88F4ECBB626}">
      <dsp:nvSpPr>
        <dsp:cNvPr id="0" name=""/>
        <dsp:cNvSpPr/>
      </dsp:nvSpPr>
      <dsp:spPr>
        <a:xfrm>
          <a:off x="2140389" y="2083724"/>
          <a:ext cx="2019821" cy="12825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Describes the data (attributes)  </a:t>
          </a:r>
        </a:p>
      </dsp:txBody>
      <dsp:txXfrm>
        <a:off x="2177955" y="2121290"/>
        <a:ext cx="1944689" cy="1207454"/>
      </dsp:txXfrm>
    </dsp:sp>
    <dsp:sp modelId="{62A47837-64D3-48E6-826D-C8073FBA5D4B}">
      <dsp:nvSpPr>
        <dsp:cNvPr id="0" name=""/>
        <dsp:cNvSpPr/>
      </dsp:nvSpPr>
      <dsp:spPr>
        <a:xfrm>
          <a:off x="4384635" y="1870521"/>
          <a:ext cx="2019821" cy="12825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1E93554-26EE-422E-B591-50B4C0A2F139}">
      <dsp:nvSpPr>
        <dsp:cNvPr id="0" name=""/>
        <dsp:cNvSpPr/>
      </dsp:nvSpPr>
      <dsp:spPr>
        <a:xfrm>
          <a:off x="4609060" y="2083724"/>
          <a:ext cx="2019821" cy="12825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Defines the behavior (methods) </a:t>
          </a:r>
        </a:p>
      </dsp:txBody>
      <dsp:txXfrm>
        <a:off x="4646626" y="2121290"/>
        <a:ext cx="1944689" cy="1207454"/>
      </dsp:txXfrm>
    </dsp:sp>
    <dsp:sp modelId="{F3AA5EAC-804A-4F25-A700-8B2E5B8BA7DE}">
      <dsp:nvSpPr>
        <dsp:cNvPr id="0" name=""/>
        <dsp:cNvSpPr/>
      </dsp:nvSpPr>
      <dsp:spPr>
        <a:xfrm>
          <a:off x="5618970" y="503"/>
          <a:ext cx="2019821" cy="12825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2ABC7C-1204-4497-B28F-C1020E347B16}">
      <dsp:nvSpPr>
        <dsp:cNvPr id="0" name=""/>
        <dsp:cNvSpPr/>
      </dsp:nvSpPr>
      <dsp:spPr>
        <a:xfrm>
          <a:off x="5843395" y="213706"/>
          <a:ext cx="2019821" cy="12825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Instances of a class are objects </a:t>
          </a:r>
        </a:p>
      </dsp:txBody>
      <dsp:txXfrm>
        <a:off x="5880961" y="251272"/>
        <a:ext cx="1944689" cy="12074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610558-09A9-4D9E-AF62-A895A30F598B}">
      <dsp:nvSpPr>
        <dsp:cNvPr id="0" name=""/>
        <dsp:cNvSpPr/>
      </dsp:nvSpPr>
      <dsp:spPr>
        <a:xfrm>
          <a:off x="0" y="37217"/>
          <a:ext cx="9779182" cy="62361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Public class </a:t>
          </a:r>
          <a:r>
            <a:rPr lang="en-US" sz="2600" b="1" kern="1200" dirty="0"/>
            <a:t>Car</a:t>
          </a:r>
          <a:r>
            <a:rPr lang="en-US" sz="2600" kern="1200" dirty="0"/>
            <a:t> {</a:t>
          </a:r>
        </a:p>
      </dsp:txBody>
      <dsp:txXfrm>
        <a:off x="30442" y="67659"/>
        <a:ext cx="9718298" cy="562726"/>
      </dsp:txXfrm>
    </dsp:sp>
    <dsp:sp modelId="{6ED280B6-C363-4A9A-B6E2-DFE6C1CFC3AE}">
      <dsp:nvSpPr>
        <dsp:cNvPr id="0" name=""/>
        <dsp:cNvSpPr/>
      </dsp:nvSpPr>
      <dsp:spPr>
        <a:xfrm>
          <a:off x="0" y="660827"/>
          <a:ext cx="9779182" cy="2045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489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 String color;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 int speed;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 void drive() {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 	</a:t>
          </a:r>
          <a:r>
            <a:rPr lang="en-US" sz="2000" kern="1200" dirty="0" err="1"/>
            <a:t>System.out.println</a:t>
          </a:r>
          <a:r>
            <a:rPr lang="en-US" sz="2000" kern="1200" dirty="0"/>
            <a:t>("The car is driving at " + speed + " km/h");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 }</a:t>
          </a:r>
        </a:p>
      </dsp:txBody>
      <dsp:txXfrm>
        <a:off x="0" y="660827"/>
        <a:ext cx="9779182" cy="2045160"/>
      </dsp:txXfrm>
    </dsp:sp>
    <dsp:sp modelId="{D2A20569-3478-47B5-AD4A-B2AFE2E910FB}">
      <dsp:nvSpPr>
        <dsp:cNvPr id="0" name=""/>
        <dsp:cNvSpPr/>
      </dsp:nvSpPr>
      <dsp:spPr>
        <a:xfrm>
          <a:off x="0" y="2705987"/>
          <a:ext cx="9779182" cy="62361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} </a:t>
          </a:r>
        </a:p>
      </dsp:txBody>
      <dsp:txXfrm>
        <a:off x="30442" y="2736429"/>
        <a:ext cx="9718298" cy="5627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D8EBEB-EDC9-42F2-9EC8-C55A6C7465E8}">
      <dsp:nvSpPr>
        <dsp:cNvPr id="0" name=""/>
        <dsp:cNvSpPr/>
      </dsp:nvSpPr>
      <dsp:spPr>
        <a:xfrm>
          <a:off x="1193" y="131923"/>
          <a:ext cx="4190054" cy="26606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534A783-0CF2-4EBF-B2F6-B0106CF5B47C}">
      <dsp:nvSpPr>
        <dsp:cNvPr id="0" name=""/>
        <dsp:cNvSpPr/>
      </dsp:nvSpPr>
      <dsp:spPr>
        <a:xfrm>
          <a:off x="466755" y="574206"/>
          <a:ext cx="4190054" cy="26606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An </a:t>
          </a:r>
          <a:r>
            <a:rPr lang="en-US" sz="3400" b="1" i="0" kern="1200" baseline="0"/>
            <a:t>instance</a:t>
          </a:r>
          <a:r>
            <a:rPr lang="en-US" sz="3400" b="0" i="0" kern="1200" baseline="0"/>
            <a:t> of a class. </a:t>
          </a:r>
          <a:endParaRPr lang="en-US" sz="3400" kern="1200"/>
        </a:p>
      </dsp:txBody>
      <dsp:txXfrm>
        <a:off x="544684" y="652135"/>
        <a:ext cx="4034196" cy="2504826"/>
      </dsp:txXfrm>
    </dsp:sp>
    <dsp:sp modelId="{3B384000-55F3-4CC2-B312-B66D8F441940}">
      <dsp:nvSpPr>
        <dsp:cNvPr id="0" name=""/>
        <dsp:cNvSpPr/>
      </dsp:nvSpPr>
      <dsp:spPr>
        <a:xfrm>
          <a:off x="5122371" y="131923"/>
          <a:ext cx="4190054" cy="26606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35DCF44-FEC6-4AFB-B8AB-4DC445CF36D5}">
      <dsp:nvSpPr>
        <dsp:cNvPr id="0" name=""/>
        <dsp:cNvSpPr/>
      </dsp:nvSpPr>
      <dsp:spPr>
        <a:xfrm>
          <a:off x="5587933" y="574206"/>
          <a:ext cx="4190054" cy="26606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Each object has its own </a:t>
          </a:r>
          <a:r>
            <a:rPr lang="en-US" sz="3400" b="1" i="0" kern="1200" baseline="0"/>
            <a:t>state</a:t>
          </a:r>
          <a:r>
            <a:rPr lang="en-US" sz="3400" b="0" i="0" kern="1200" baseline="0"/>
            <a:t> (values of fields) and </a:t>
          </a:r>
          <a:r>
            <a:rPr lang="en-US" sz="3400" b="1" i="0" kern="1200" baseline="0"/>
            <a:t>behavior</a:t>
          </a:r>
          <a:r>
            <a:rPr lang="en-US" sz="3400" b="0" i="0" kern="1200" baseline="0"/>
            <a:t> (methods). </a:t>
          </a:r>
          <a:endParaRPr lang="en-US" sz="3400" kern="1200"/>
        </a:p>
      </dsp:txBody>
      <dsp:txXfrm>
        <a:off x="5665862" y="652135"/>
        <a:ext cx="4034196" cy="25048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C78B90-8C31-42A3-BDAB-0BAA73FB2213}">
      <dsp:nvSpPr>
        <dsp:cNvPr id="0" name=""/>
        <dsp:cNvSpPr/>
      </dsp:nvSpPr>
      <dsp:spPr>
        <a:xfrm>
          <a:off x="1193" y="131923"/>
          <a:ext cx="4190054" cy="26606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224BFE-E2DE-4051-AE8E-C4DD8B784C85}">
      <dsp:nvSpPr>
        <dsp:cNvPr id="0" name=""/>
        <dsp:cNvSpPr/>
      </dsp:nvSpPr>
      <dsp:spPr>
        <a:xfrm>
          <a:off x="466755" y="574206"/>
          <a:ext cx="4190054" cy="26606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Hides </a:t>
          </a:r>
          <a:r>
            <a:rPr lang="en-US" sz="3300" b="1" i="0" kern="1200" baseline="0"/>
            <a:t>internal details</a:t>
          </a:r>
          <a:r>
            <a:rPr lang="en-US" sz="3300" b="0" i="0" kern="1200" baseline="0"/>
            <a:t> of an object and provides </a:t>
          </a:r>
          <a:r>
            <a:rPr lang="en-US" sz="3300" b="1" i="0" kern="1200" baseline="0"/>
            <a:t>access via methods</a:t>
          </a:r>
          <a:r>
            <a:rPr lang="en-US" sz="3300" b="0" i="0" kern="1200" baseline="0"/>
            <a:t>. </a:t>
          </a:r>
          <a:endParaRPr lang="en-US" sz="3300" kern="1200"/>
        </a:p>
      </dsp:txBody>
      <dsp:txXfrm>
        <a:off x="544684" y="652135"/>
        <a:ext cx="4034196" cy="2504826"/>
      </dsp:txXfrm>
    </dsp:sp>
    <dsp:sp modelId="{A8B0E44F-A984-41BE-A5D5-B36DA2CCEB29}">
      <dsp:nvSpPr>
        <dsp:cNvPr id="0" name=""/>
        <dsp:cNvSpPr/>
      </dsp:nvSpPr>
      <dsp:spPr>
        <a:xfrm>
          <a:off x="5122371" y="131923"/>
          <a:ext cx="4190054" cy="26606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6DAF6-A785-427E-ADE1-DB59EDDD3527}">
      <dsp:nvSpPr>
        <dsp:cNvPr id="0" name=""/>
        <dsp:cNvSpPr/>
      </dsp:nvSpPr>
      <dsp:spPr>
        <a:xfrm>
          <a:off x="5587933" y="574206"/>
          <a:ext cx="4190054" cy="26606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Achieved using </a:t>
          </a:r>
          <a:r>
            <a:rPr lang="en-US" sz="3300" b="1" i="0" kern="1200" baseline="0"/>
            <a:t>private fields</a:t>
          </a:r>
          <a:r>
            <a:rPr lang="en-US" sz="3300" b="0" i="0" kern="1200" baseline="0"/>
            <a:t> and </a:t>
          </a:r>
          <a:r>
            <a:rPr lang="en-US" sz="3300" b="1" i="0" kern="1200" baseline="0"/>
            <a:t>public getters/setters</a:t>
          </a:r>
          <a:r>
            <a:rPr lang="en-US" sz="3300" b="0" i="0" kern="1200" baseline="0"/>
            <a:t>. </a:t>
          </a:r>
          <a:endParaRPr lang="en-US" sz="3300" kern="1200"/>
        </a:p>
      </dsp:txBody>
      <dsp:txXfrm>
        <a:off x="5665862" y="652135"/>
        <a:ext cx="4034196" cy="250482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E64D1-7297-401A-B446-6B71F726CA39}">
      <dsp:nvSpPr>
        <dsp:cNvPr id="0" name=""/>
        <dsp:cNvSpPr/>
      </dsp:nvSpPr>
      <dsp:spPr>
        <a:xfrm>
          <a:off x="1193" y="131923"/>
          <a:ext cx="4190054" cy="26606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D0D342-1D9E-4647-9CB6-2C5413313887}">
      <dsp:nvSpPr>
        <dsp:cNvPr id="0" name=""/>
        <dsp:cNvSpPr/>
      </dsp:nvSpPr>
      <dsp:spPr>
        <a:xfrm>
          <a:off x="466755" y="574206"/>
          <a:ext cx="4190054" cy="26606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Allows a class (child) to </a:t>
          </a:r>
          <a:r>
            <a:rPr lang="en-US" sz="3200" b="1" i="0" kern="1200" baseline="0"/>
            <a:t>inherit properties and methods</a:t>
          </a:r>
          <a:r>
            <a:rPr lang="en-US" sz="3200" b="0" i="0" kern="1200" baseline="0"/>
            <a:t> from another class (parent).</a:t>
          </a:r>
          <a:endParaRPr lang="en-US" sz="3200" kern="1200"/>
        </a:p>
      </dsp:txBody>
      <dsp:txXfrm>
        <a:off x="544684" y="652135"/>
        <a:ext cx="4034196" cy="2504826"/>
      </dsp:txXfrm>
    </dsp:sp>
    <dsp:sp modelId="{9691B9AE-80B8-4938-BAE7-6D22B984AABC}">
      <dsp:nvSpPr>
        <dsp:cNvPr id="0" name=""/>
        <dsp:cNvSpPr/>
      </dsp:nvSpPr>
      <dsp:spPr>
        <a:xfrm>
          <a:off x="5122371" y="131923"/>
          <a:ext cx="4190054" cy="26606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BEDAF19-001C-42FC-9CC1-3F0B6AF18834}">
      <dsp:nvSpPr>
        <dsp:cNvPr id="0" name=""/>
        <dsp:cNvSpPr/>
      </dsp:nvSpPr>
      <dsp:spPr>
        <a:xfrm>
          <a:off x="5587933" y="574206"/>
          <a:ext cx="4190054" cy="26606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Promotes </a:t>
          </a:r>
          <a:r>
            <a:rPr lang="en-US" sz="3200" b="1" i="0" kern="1200" baseline="0"/>
            <a:t>code reusability</a:t>
          </a:r>
          <a:r>
            <a:rPr lang="en-US" sz="3200" b="0" i="0" kern="1200" baseline="0"/>
            <a:t>. </a:t>
          </a:r>
          <a:endParaRPr lang="en-US" sz="3200" kern="1200"/>
        </a:p>
      </dsp:txBody>
      <dsp:txXfrm>
        <a:off x="5665862" y="652135"/>
        <a:ext cx="4034196" cy="25048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E27CC-B416-46BF-B664-CB15696881D7}">
      <dsp:nvSpPr>
        <dsp:cNvPr id="0" name=""/>
        <dsp:cNvSpPr/>
      </dsp:nvSpPr>
      <dsp:spPr>
        <a:xfrm>
          <a:off x="5394546" y="1283089"/>
          <a:ext cx="1234335" cy="5874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0317"/>
              </a:lnTo>
              <a:lnTo>
                <a:pt x="1234335" y="400317"/>
              </a:lnTo>
              <a:lnTo>
                <a:pt x="1234335" y="587431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BBB6ED-06C8-42AE-BADC-CC00BBDC87B5}">
      <dsp:nvSpPr>
        <dsp:cNvPr id="0" name=""/>
        <dsp:cNvSpPr/>
      </dsp:nvSpPr>
      <dsp:spPr>
        <a:xfrm>
          <a:off x="4160211" y="1283089"/>
          <a:ext cx="1234335" cy="587431"/>
        </a:xfrm>
        <a:custGeom>
          <a:avLst/>
          <a:gdLst/>
          <a:ahLst/>
          <a:cxnLst/>
          <a:rect l="0" t="0" r="0" b="0"/>
          <a:pathLst>
            <a:path>
              <a:moveTo>
                <a:pt x="1234335" y="0"/>
              </a:moveTo>
              <a:lnTo>
                <a:pt x="1234335" y="400317"/>
              </a:lnTo>
              <a:lnTo>
                <a:pt x="0" y="400317"/>
              </a:lnTo>
              <a:lnTo>
                <a:pt x="0" y="587431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EC0087-B882-4605-8DCA-3987432AB163}">
      <dsp:nvSpPr>
        <dsp:cNvPr id="0" name=""/>
        <dsp:cNvSpPr/>
      </dsp:nvSpPr>
      <dsp:spPr>
        <a:xfrm>
          <a:off x="1915965" y="502"/>
          <a:ext cx="2019821" cy="1282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DEAB8F4-B135-4662-B787-F0153104A351}">
      <dsp:nvSpPr>
        <dsp:cNvPr id="0" name=""/>
        <dsp:cNvSpPr/>
      </dsp:nvSpPr>
      <dsp:spPr>
        <a:xfrm>
          <a:off x="2140389" y="213705"/>
          <a:ext cx="2019821" cy="12825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One interface, multiple behaviors</a:t>
          </a:r>
          <a:r>
            <a:rPr lang="en-US" sz="1500" b="0" i="0" kern="1200" baseline="0"/>
            <a:t>. </a:t>
          </a:r>
          <a:endParaRPr lang="en-US" sz="1500" kern="1200"/>
        </a:p>
      </dsp:txBody>
      <dsp:txXfrm>
        <a:off x="2177955" y="251271"/>
        <a:ext cx="1944689" cy="1207454"/>
      </dsp:txXfrm>
    </dsp:sp>
    <dsp:sp modelId="{2BF03CF4-47D0-4792-B20B-B458B0326A53}">
      <dsp:nvSpPr>
        <dsp:cNvPr id="0" name=""/>
        <dsp:cNvSpPr/>
      </dsp:nvSpPr>
      <dsp:spPr>
        <a:xfrm>
          <a:off x="4384635" y="502"/>
          <a:ext cx="2019821" cy="1282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5CC3B6D-B411-4FD9-9338-C14FA9C5270A}">
      <dsp:nvSpPr>
        <dsp:cNvPr id="0" name=""/>
        <dsp:cNvSpPr/>
      </dsp:nvSpPr>
      <dsp:spPr>
        <a:xfrm>
          <a:off x="4609060" y="213705"/>
          <a:ext cx="2019821" cy="12825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Two types: </a:t>
          </a:r>
          <a:endParaRPr lang="en-US" sz="1500" kern="1200"/>
        </a:p>
      </dsp:txBody>
      <dsp:txXfrm>
        <a:off x="4646626" y="251271"/>
        <a:ext cx="1944689" cy="1207454"/>
      </dsp:txXfrm>
    </dsp:sp>
    <dsp:sp modelId="{2F2FFCF5-C83A-410C-9778-BE9190B87BE3}">
      <dsp:nvSpPr>
        <dsp:cNvPr id="0" name=""/>
        <dsp:cNvSpPr/>
      </dsp:nvSpPr>
      <dsp:spPr>
        <a:xfrm>
          <a:off x="3150300" y="1870520"/>
          <a:ext cx="2019821" cy="1282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156457-E476-49EB-B43F-137F8C47CEF8}">
      <dsp:nvSpPr>
        <dsp:cNvPr id="0" name=""/>
        <dsp:cNvSpPr/>
      </dsp:nvSpPr>
      <dsp:spPr>
        <a:xfrm>
          <a:off x="3374725" y="2083723"/>
          <a:ext cx="2019821" cy="12825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Compile-time (method overloading)</a:t>
          </a:r>
          <a:r>
            <a:rPr lang="en-US" sz="1500" b="0" i="0" kern="1200" baseline="0"/>
            <a:t> – same method name, different parameters. </a:t>
          </a:r>
          <a:endParaRPr lang="en-US" sz="1500" kern="1200"/>
        </a:p>
      </dsp:txBody>
      <dsp:txXfrm>
        <a:off x="3412291" y="2121289"/>
        <a:ext cx="1944689" cy="1207454"/>
      </dsp:txXfrm>
    </dsp:sp>
    <dsp:sp modelId="{27ED9E76-68CA-49AD-B051-FB66316D804B}">
      <dsp:nvSpPr>
        <dsp:cNvPr id="0" name=""/>
        <dsp:cNvSpPr/>
      </dsp:nvSpPr>
      <dsp:spPr>
        <a:xfrm>
          <a:off x="5618970" y="1870520"/>
          <a:ext cx="2019821" cy="1282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DD2FE3-6B51-46B0-A41B-4A6FE9D7E2A6}">
      <dsp:nvSpPr>
        <dsp:cNvPr id="0" name=""/>
        <dsp:cNvSpPr/>
      </dsp:nvSpPr>
      <dsp:spPr>
        <a:xfrm>
          <a:off x="5843395" y="2083723"/>
          <a:ext cx="2019821" cy="12825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Runtime (method overriding)</a:t>
          </a:r>
          <a:r>
            <a:rPr lang="en-US" sz="1500" b="0" i="0" kern="1200" baseline="0"/>
            <a:t> – subclass provides its own implementation of a parent method.</a:t>
          </a:r>
          <a:endParaRPr lang="en-US" sz="1500" kern="1200"/>
        </a:p>
      </dsp:txBody>
      <dsp:txXfrm>
        <a:off x="5880961" y="2121289"/>
        <a:ext cx="1944689" cy="12074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A2E98-4C1F-48E4-ACF1-1B4E0AF2AFD4}">
      <dsp:nvSpPr>
        <dsp:cNvPr id="0" name=""/>
        <dsp:cNvSpPr/>
      </dsp:nvSpPr>
      <dsp:spPr>
        <a:xfrm>
          <a:off x="1379591" y="116256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243B40-2316-4CEB-9B6D-FABBABA60179}">
      <dsp:nvSpPr>
        <dsp:cNvPr id="0" name=""/>
        <dsp:cNvSpPr/>
      </dsp:nvSpPr>
      <dsp:spPr>
        <a:xfrm>
          <a:off x="191591" y="253055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Hides </a:t>
          </a:r>
          <a:r>
            <a:rPr lang="en-US" sz="2400" b="1" i="0" kern="1200" baseline="0"/>
            <a:t>implementation details</a:t>
          </a:r>
          <a:r>
            <a:rPr lang="en-US" sz="2400" b="0" i="0" kern="1200" baseline="0"/>
            <a:t>, showing only </a:t>
          </a:r>
          <a:r>
            <a:rPr lang="en-US" sz="2400" b="1" i="0" kern="1200" baseline="0"/>
            <a:t>essential features</a:t>
          </a:r>
          <a:r>
            <a:rPr lang="en-US" sz="2400" b="0" i="0" kern="1200" baseline="0"/>
            <a:t>. </a:t>
          </a:r>
          <a:endParaRPr lang="en-US" sz="2400" kern="1200"/>
        </a:p>
      </dsp:txBody>
      <dsp:txXfrm>
        <a:off x="191591" y="2530558"/>
        <a:ext cx="4320000" cy="720000"/>
      </dsp:txXfrm>
    </dsp:sp>
    <dsp:sp modelId="{96E4DAD7-A601-4208-A2D2-B3F2DE11C5F9}">
      <dsp:nvSpPr>
        <dsp:cNvPr id="0" name=""/>
        <dsp:cNvSpPr/>
      </dsp:nvSpPr>
      <dsp:spPr>
        <a:xfrm>
          <a:off x="6455591" y="116256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BCD6AE-4AF0-42BF-9290-E9DD32B95CF4}">
      <dsp:nvSpPr>
        <dsp:cNvPr id="0" name=""/>
        <dsp:cNvSpPr/>
      </dsp:nvSpPr>
      <dsp:spPr>
        <a:xfrm>
          <a:off x="5267591" y="253055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Achieved using </a:t>
          </a:r>
          <a:r>
            <a:rPr lang="en-US" sz="2400" b="1" i="0" kern="1200" baseline="0"/>
            <a:t>abstract classes</a:t>
          </a:r>
          <a:r>
            <a:rPr lang="en-US" sz="2400" b="0" i="0" kern="1200" baseline="0"/>
            <a:t> and </a:t>
          </a:r>
          <a:r>
            <a:rPr lang="en-US" sz="2400" b="1" i="0" kern="1200" baseline="0"/>
            <a:t>interfaces</a:t>
          </a:r>
          <a:r>
            <a:rPr lang="en-US" sz="2400" b="0" i="0" kern="1200" baseline="0"/>
            <a:t>. </a:t>
          </a:r>
          <a:endParaRPr lang="en-US" sz="2400" kern="1200"/>
        </a:p>
      </dsp:txBody>
      <dsp:txXfrm>
        <a:off x="5267591" y="2530558"/>
        <a:ext cx="432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B4E6B-12CF-4B14-9F1B-34C25BCACEAE}">
      <dsp:nvSpPr>
        <dsp:cNvPr id="0" name=""/>
        <dsp:cNvSpPr/>
      </dsp:nvSpPr>
      <dsp:spPr>
        <a:xfrm>
          <a:off x="1723228" y="1216"/>
          <a:ext cx="3063634" cy="18381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An </a:t>
          </a:r>
          <a:r>
            <a:rPr lang="en-US" sz="2300" b="1" i="0" kern="1200" baseline="0"/>
            <a:t>interface</a:t>
          </a:r>
          <a:r>
            <a:rPr lang="en-US" sz="2300" b="0" i="0" kern="1200" baseline="0"/>
            <a:t> is a </a:t>
          </a:r>
          <a:r>
            <a:rPr lang="en-US" sz="2300" b="1" i="0" kern="1200" baseline="0"/>
            <a:t>blueprint for a class</a:t>
          </a:r>
          <a:r>
            <a:rPr lang="en-US" sz="2300" b="0" i="0" kern="1200" baseline="0"/>
            <a:t>. </a:t>
          </a:r>
          <a:endParaRPr lang="en-US" sz="2300" kern="1200"/>
        </a:p>
      </dsp:txBody>
      <dsp:txXfrm>
        <a:off x="1777066" y="55054"/>
        <a:ext cx="2955958" cy="1730504"/>
      </dsp:txXfrm>
    </dsp:sp>
    <dsp:sp modelId="{AE9165CC-F7DF-40E2-8011-B427CC751FA8}">
      <dsp:nvSpPr>
        <dsp:cNvPr id="0" name=""/>
        <dsp:cNvSpPr/>
      </dsp:nvSpPr>
      <dsp:spPr>
        <a:xfrm>
          <a:off x="5056462" y="540416"/>
          <a:ext cx="649490" cy="7597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056462" y="692372"/>
        <a:ext cx="454643" cy="455869"/>
      </dsp:txXfrm>
    </dsp:sp>
    <dsp:sp modelId="{CAC72269-7051-4FC3-8166-D2802E7FAE11}">
      <dsp:nvSpPr>
        <dsp:cNvPr id="0" name=""/>
        <dsp:cNvSpPr/>
      </dsp:nvSpPr>
      <dsp:spPr>
        <a:xfrm>
          <a:off x="6012316" y="1216"/>
          <a:ext cx="3063634" cy="18381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It defines </a:t>
          </a:r>
          <a:r>
            <a:rPr lang="en-US" sz="2300" b="1" i="0" kern="1200" baseline="0"/>
            <a:t>methods that a class must implement</a:t>
          </a:r>
          <a:r>
            <a:rPr lang="en-US" sz="2300" b="0" i="0" kern="1200" baseline="0"/>
            <a:t>, </a:t>
          </a:r>
          <a:endParaRPr lang="en-US" sz="2300" kern="1200"/>
        </a:p>
      </dsp:txBody>
      <dsp:txXfrm>
        <a:off x="6066154" y="55054"/>
        <a:ext cx="2955958" cy="1730504"/>
      </dsp:txXfrm>
    </dsp:sp>
    <dsp:sp modelId="{94F6E65C-DFE1-482B-98A7-945DAD7328CD}">
      <dsp:nvSpPr>
        <dsp:cNvPr id="0" name=""/>
        <dsp:cNvSpPr/>
      </dsp:nvSpPr>
      <dsp:spPr>
        <a:xfrm rot="5400000">
          <a:off x="7219388" y="2053852"/>
          <a:ext cx="649490" cy="7597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7316199" y="2108998"/>
        <a:ext cx="455869" cy="454643"/>
      </dsp:txXfrm>
    </dsp:sp>
    <dsp:sp modelId="{3DA0445C-5530-485D-9347-19019D243740}">
      <dsp:nvSpPr>
        <dsp:cNvPr id="0" name=""/>
        <dsp:cNvSpPr/>
      </dsp:nvSpPr>
      <dsp:spPr>
        <a:xfrm>
          <a:off x="6012316" y="3064851"/>
          <a:ext cx="3063634" cy="18381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but </a:t>
          </a:r>
          <a:r>
            <a:rPr lang="en-US" sz="2300" b="1" i="0" kern="1200" baseline="0"/>
            <a:t>does not provide implementation</a:t>
          </a:r>
          <a:r>
            <a:rPr lang="en-US" sz="2300" b="0" i="0" kern="1200" baseline="0"/>
            <a:t> (except default/static methods in Java 8+). </a:t>
          </a:r>
          <a:endParaRPr lang="en-US" sz="2300" kern="1200"/>
        </a:p>
      </dsp:txBody>
      <dsp:txXfrm>
        <a:off x="6066154" y="3118689"/>
        <a:ext cx="2955958" cy="1730504"/>
      </dsp:txXfrm>
    </dsp:sp>
    <dsp:sp modelId="{FF4BB571-C9AF-471C-8D19-DCECA54CA0C2}">
      <dsp:nvSpPr>
        <dsp:cNvPr id="0" name=""/>
        <dsp:cNvSpPr/>
      </dsp:nvSpPr>
      <dsp:spPr>
        <a:xfrm rot="10800000">
          <a:off x="5093226" y="3604051"/>
          <a:ext cx="649490" cy="7597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5288073" y="3756007"/>
        <a:ext cx="454643" cy="455869"/>
      </dsp:txXfrm>
    </dsp:sp>
    <dsp:sp modelId="{3E538480-4093-46D3-88D2-78985A43C50A}">
      <dsp:nvSpPr>
        <dsp:cNvPr id="0" name=""/>
        <dsp:cNvSpPr/>
      </dsp:nvSpPr>
      <dsp:spPr>
        <a:xfrm>
          <a:off x="1723228" y="3064851"/>
          <a:ext cx="3063634" cy="18381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Used to achieve </a:t>
          </a:r>
          <a:r>
            <a:rPr lang="en-US" sz="2300" b="1" i="0" kern="1200" baseline="0"/>
            <a:t>100% abstraction</a:t>
          </a:r>
          <a:r>
            <a:rPr lang="en-US" sz="2300" b="0" i="0" kern="1200" baseline="0"/>
            <a:t> and </a:t>
          </a:r>
          <a:r>
            <a:rPr lang="en-US" sz="2300" b="1" i="0" kern="1200" baseline="0"/>
            <a:t>multiple inheritance</a:t>
          </a:r>
          <a:r>
            <a:rPr lang="en-US" sz="2300" b="0" i="0" kern="1200" baseline="0"/>
            <a:t> in Java </a:t>
          </a:r>
          <a:endParaRPr lang="en-US" sz="2300" kern="1200"/>
        </a:p>
      </dsp:txBody>
      <dsp:txXfrm>
        <a:off x="1777066" y="3118689"/>
        <a:ext cx="2955958" cy="173050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973F88-B02E-444B-969F-1E5B1BFCDDE9}">
      <dsp:nvSpPr>
        <dsp:cNvPr id="0" name=""/>
        <dsp:cNvSpPr/>
      </dsp:nvSpPr>
      <dsp:spPr>
        <a:xfrm>
          <a:off x="763" y="0"/>
          <a:ext cx="3094194" cy="33668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5638" tIns="0" rIns="30563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Supports </a:t>
          </a:r>
          <a:r>
            <a:rPr lang="en-US" sz="2600" b="1" kern="1200"/>
            <a:t>multiple inheritance</a:t>
          </a:r>
          <a:endParaRPr lang="en-US" sz="2600" kern="1200"/>
        </a:p>
      </dsp:txBody>
      <dsp:txXfrm>
        <a:off x="763" y="1346725"/>
        <a:ext cx="3094194" cy="2020087"/>
      </dsp:txXfrm>
    </dsp:sp>
    <dsp:sp modelId="{A4B4D83D-F17E-487C-9CD1-B1F56D5E70B7}">
      <dsp:nvSpPr>
        <dsp:cNvPr id="0" name=""/>
        <dsp:cNvSpPr/>
      </dsp:nvSpPr>
      <dsp:spPr>
        <a:xfrm>
          <a:off x="763" y="0"/>
          <a:ext cx="3094194" cy="1346725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5638" tIns="165100" rIns="30563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63" y="0"/>
        <a:ext cx="3094194" cy="1346725"/>
      </dsp:txXfrm>
    </dsp:sp>
    <dsp:sp modelId="{1FB4994B-6C84-4C74-A8C8-D4A0231563F5}">
      <dsp:nvSpPr>
        <dsp:cNvPr id="0" name=""/>
        <dsp:cNvSpPr/>
      </dsp:nvSpPr>
      <dsp:spPr>
        <a:xfrm>
          <a:off x="3342493" y="0"/>
          <a:ext cx="3094194" cy="33668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5638" tIns="0" rIns="30563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Can have </a:t>
          </a:r>
          <a:r>
            <a:rPr lang="en-US" sz="2600" b="1" kern="1200"/>
            <a:t>default and static methods</a:t>
          </a:r>
          <a:r>
            <a:rPr lang="en-US" sz="2600" kern="1200"/>
            <a:t> (Java 8+).</a:t>
          </a:r>
        </a:p>
      </dsp:txBody>
      <dsp:txXfrm>
        <a:off x="3342493" y="1346725"/>
        <a:ext cx="3094194" cy="2020087"/>
      </dsp:txXfrm>
    </dsp:sp>
    <dsp:sp modelId="{648A1D65-61C0-47FB-8101-B932058D050B}">
      <dsp:nvSpPr>
        <dsp:cNvPr id="0" name=""/>
        <dsp:cNvSpPr/>
      </dsp:nvSpPr>
      <dsp:spPr>
        <a:xfrm>
          <a:off x="3342493" y="0"/>
          <a:ext cx="3094194" cy="1346725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5638" tIns="165100" rIns="30563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342493" y="0"/>
        <a:ext cx="3094194" cy="1346725"/>
      </dsp:txXfrm>
    </dsp:sp>
    <dsp:sp modelId="{4FC41402-5DEF-4EC3-A78A-13C2ECA9F718}">
      <dsp:nvSpPr>
        <dsp:cNvPr id="0" name=""/>
        <dsp:cNvSpPr/>
      </dsp:nvSpPr>
      <dsp:spPr>
        <a:xfrm>
          <a:off x="6684223" y="0"/>
          <a:ext cx="3094194" cy="33668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5638" tIns="0" rIns="30563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Cannot be </a:t>
          </a:r>
          <a:r>
            <a:rPr lang="en-US" sz="2600" b="1" kern="1200"/>
            <a:t>instantiated</a:t>
          </a:r>
          <a:r>
            <a:rPr lang="en-US" sz="2600" kern="1200"/>
            <a:t> directly</a:t>
          </a:r>
        </a:p>
      </dsp:txBody>
      <dsp:txXfrm>
        <a:off x="6684223" y="1346725"/>
        <a:ext cx="3094194" cy="2020087"/>
      </dsp:txXfrm>
    </dsp:sp>
    <dsp:sp modelId="{E4FD38D7-6017-4C1D-B798-ED01961E3914}">
      <dsp:nvSpPr>
        <dsp:cNvPr id="0" name=""/>
        <dsp:cNvSpPr/>
      </dsp:nvSpPr>
      <dsp:spPr>
        <a:xfrm>
          <a:off x="6684223" y="0"/>
          <a:ext cx="3094194" cy="1346725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5638" tIns="165100" rIns="30563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684223" y="0"/>
        <a:ext cx="3094194" cy="134672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E1301-3F65-408C-AF47-D24EE28D4DE8}">
      <dsp:nvSpPr>
        <dsp:cNvPr id="0" name=""/>
        <dsp:cNvSpPr/>
      </dsp:nvSpPr>
      <dsp:spPr>
        <a:xfrm>
          <a:off x="1379591" y="116256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60720C-D42C-40EC-AE4C-83EF0E2BAF30}">
      <dsp:nvSpPr>
        <dsp:cNvPr id="0" name=""/>
        <dsp:cNvSpPr/>
      </dsp:nvSpPr>
      <dsp:spPr>
        <a:xfrm>
          <a:off x="191591" y="253055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final is a </a:t>
          </a:r>
          <a:r>
            <a:rPr lang="en-US" sz="2300" b="1" i="0" kern="1200" baseline="0"/>
            <a:t>non-access modifier</a:t>
          </a:r>
          <a:r>
            <a:rPr lang="en-US" sz="2300" b="0" i="0" kern="1200" baseline="0"/>
            <a:t>. </a:t>
          </a:r>
          <a:endParaRPr lang="en-US" sz="2300" kern="1200"/>
        </a:p>
      </dsp:txBody>
      <dsp:txXfrm>
        <a:off x="191591" y="2530558"/>
        <a:ext cx="4320000" cy="720000"/>
      </dsp:txXfrm>
    </dsp:sp>
    <dsp:sp modelId="{75F8A2C4-0EE2-464B-8C7E-6558DF3FBFDF}">
      <dsp:nvSpPr>
        <dsp:cNvPr id="0" name=""/>
        <dsp:cNvSpPr/>
      </dsp:nvSpPr>
      <dsp:spPr>
        <a:xfrm>
          <a:off x="6455591" y="116256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DE5F0-21BF-4D68-9657-B52323248338}">
      <dsp:nvSpPr>
        <dsp:cNvPr id="0" name=""/>
        <dsp:cNvSpPr/>
      </dsp:nvSpPr>
      <dsp:spPr>
        <a:xfrm>
          <a:off x="5267591" y="253055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Used to </a:t>
          </a:r>
          <a:r>
            <a:rPr lang="en-US" sz="2300" b="1" i="0" kern="1200" baseline="0"/>
            <a:t>restrict modification</a:t>
          </a:r>
          <a:r>
            <a:rPr lang="en-US" sz="2300" b="0" i="0" kern="1200" baseline="0"/>
            <a:t> of </a:t>
          </a:r>
          <a:r>
            <a:rPr lang="en-US" sz="2300" b="1" i="0" kern="1200" baseline="0"/>
            <a:t>variables, methods, and classes</a:t>
          </a:r>
          <a:r>
            <a:rPr lang="en-US" sz="2300" b="0" i="0" kern="1200" baseline="0"/>
            <a:t>. </a:t>
          </a:r>
          <a:endParaRPr lang="en-US" sz="2300" kern="1200"/>
        </a:p>
      </dsp:txBody>
      <dsp:txXfrm>
        <a:off x="5267591" y="2530558"/>
        <a:ext cx="432000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CC7B6F-4C01-4109-907F-4AC8C91EEB7D}">
      <dsp:nvSpPr>
        <dsp:cNvPr id="0" name=""/>
        <dsp:cNvSpPr/>
      </dsp:nvSpPr>
      <dsp:spPr>
        <a:xfrm>
          <a:off x="0" y="483595"/>
          <a:ext cx="9779182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7893C-0846-4DD6-932A-0447A6439798}">
      <dsp:nvSpPr>
        <dsp:cNvPr id="0" name=""/>
        <dsp:cNvSpPr/>
      </dsp:nvSpPr>
      <dsp:spPr>
        <a:xfrm>
          <a:off x="488959" y="85075"/>
          <a:ext cx="6845427" cy="79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8741" tIns="0" rIns="25874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Value </a:t>
          </a:r>
          <a:r>
            <a:rPr lang="en-US" sz="2700" b="1" kern="1200"/>
            <a:t>cannot be changed</a:t>
          </a:r>
          <a:r>
            <a:rPr lang="en-US" sz="2700" kern="1200"/>
            <a:t> once initialized. </a:t>
          </a:r>
        </a:p>
      </dsp:txBody>
      <dsp:txXfrm>
        <a:off x="527867" y="123983"/>
        <a:ext cx="6767611" cy="719224"/>
      </dsp:txXfrm>
    </dsp:sp>
    <dsp:sp modelId="{37822924-F681-447C-A47E-79945124B5AE}">
      <dsp:nvSpPr>
        <dsp:cNvPr id="0" name=""/>
        <dsp:cNvSpPr/>
      </dsp:nvSpPr>
      <dsp:spPr>
        <a:xfrm>
          <a:off x="0" y="1708315"/>
          <a:ext cx="9779182" cy="15734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8973" tIns="562356" rIns="758973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final int MAX = 100;</a:t>
          </a:r>
          <a:br>
            <a:rPr lang="en-US" sz="2700" kern="1200"/>
          </a:br>
          <a:r>
            <a:rPr lang="en-US" sz="2700" kern="1200"/>
            <a:t>MAX = 200; // ❌ Error</a:t>
          </a:r>
        </a:p>
      </dsp:txBody>
      <dsp:txXfrm>
        <a:off x="0" y="1708315"/>
        <a:ext cx="9779182" cy="1573424"/>
      </dsp:txXfrm>
    </dsp:sp>
    <dsp:sp modelId="{63C525B5-CB6F-405E-90C4-17EA2598F26F}">
      <dsp:nvSpPr>
        <dsp:cNvPr id="0" name=""/>
        <dsp:cNvSpPr/>
      </dsp:nvSpPr>
      <dsp:spPr>
        <a:xfrm>
          <a:off x="488959" y="1309795"/>
          <a:ext cx="6845427" cy="79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8741" tIns="0" rIns="25874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Example: </a:t>
          </a:r>
          <a:endParaRPr lang="en-US" sz="2700" kern="1200"/>
        </a:p>
      </dsp:txBody>
      <dsp:txXfrm>
        <a:off x="527867" y="1348703"/>
        <a:ext cx="6767611" cy="71922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CC7B6F-4C01-4109-907F-4AC8C91EEB7D}">
      <dsp:nvSpPr>
        <dsp:cNvPr id="0" name=""/>
        <dsp:cNvSpPr/>
      </dsp:nvSpPr>
      <dsp:spPr>
        <a:xfrm>
          <a:off x="0" y="300544"/>
          <a:ext cx="977918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7893C-0846-4DD6-932A-0447A6439798}">
      <dsp:nvSpPr>
        <dsp:cNvPr id="0" name=""/>
        <dsp:cNvSpPr/>
      </dsp:nvSpPr>
      <dsp:spPr>
        <a:xfrm>
          <a:off x="488959" y="20104"/>
          <a:ext cx="6845427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8741" tIns="0" rIns="25874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Cannot be overridden</a:t>
          </a:r>
          <a:r>
            <a:rPr lang="en-US" sz="1900" kern="1200" dirty="0"/>
            <a:t> by subclasses</a:t>
          </a:r>
        </a:p>
      </dsp:txBody>
      <dsp:txXfrm>
        <a:off x="516339" y="47484"/>
        <a:ext cx="6790667" cy="506120"/>
      </dsp:txXfrm>
    </dsp:sp>
    <dsp:sp modelId="{37822924-F681-447C-A47E-79945124B5AE}">
      <dsp:nvSpPr>
        <dsp:cNvPr id="0" name=""/>
        <dsp:cNvSpPr/>
      </dsp:nvSpPr>
      <dsp:spPr>
        <a:xfrm>
          <a:off x="0" y="1162384"/>
          <a:ext cx="9779182" cy="299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8973" tIns="395732" rIns="75897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class Parent {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 final void showMessage() {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 System.out.println("Hello");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 }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}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class Child extends Parent {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 // void showMessage() {} // ❌ Error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}</a:t>
          </a:r>
        </a:p>
      </dsp:txBody>
      <dsp:txXfrm>
        <a:off x="0" y="1162384"/>
        <a:ext cx="9779182" cy="2992500"/>
      </dsp:txXfrm>
    </dsp:sp>
    <dsp:sp modelId="{63C525B5-CB6F-405E-90C4-17EA2598F26F}">
      <dsp:nvSpPr>
        <dsp:cNvPr id="0" name=""/>
        <dsp:cNvSpPr/>
      </dsp:nvSpPr>
      <dsp:spPr>
        <a:xfrm>
          <a:off x="488959" y="881944"/>
          <a:ext cx="6845427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8741" tIns="0" rIns="25874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Example: </a:t>
          </a:r>
          <a:endParaRPr lang="en-US" sz="1900" kern="1200"/>
        </a:p>
      </dsp:txBody>
      <dsp:txXfrm>
        <a:off x="516339" y="909324"/>
        <a:ext cx="6790667" cy="50612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CC7B6F-4C01-4109-907F-4AC8C91EEB7D}">
      <dsp:nvSpPr>
        <dsp:cNvPr id="0" name=""/>
        <dsp:cNvSpPr/>
      </dsp:nvSpPr>
      <dsp:spPr>
        <a:xfrm>
          <a:off x="0" y="274007"/>
          <a:ext cx="977918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7893C-0846-4DD6-932A-0447A6439798}">
      <dsp:nvSpPr>
        <dsp:cNvPr id="0" name=""/>
        <dsp:cNvSpPr/>
      </dsp:nvSpPr>
      <dsp:spPr>
        <a:xfrm>
          <a:off x="488959" y="8327"/>
          <a:ext cx="6845427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8741" tIns="0" rIns="25874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Cannot be subclassed</a:t>
          </a:r>
          <a:r>
            <a:rPr lang="en-US" sz="1800" kern="1200" dirty="0"/>
            <a:t>.</a:t>
          </a:r>
        </a:p>
      </dsp:txBody>
      <dsp:txXfrm>
        <a:off x="514898" y="34266"/>
        <a:ext cx="6793549" cy="479482"/>
      </dsp:txXfrm>
    </dsp:sp>
    <dsp:sp modelId="{37822924-F681-447C-A47E-79945124B5AE}">
      <dsp:nvSpPr>
        <dsp:cNvPr id="0" name=""/>
        <dsp:cNvSpPr/>
      </dsp:nvSpPr>
      <dsp:spPr>
        <a:xfrm>
          <a:off x="0" y="1098814"/>
          <a:ext cx="9779182" cy="226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8973" tIns="374904" rIns="75897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/>
            <a:t>final class Utils {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/>
            <a:t> static void printHello() {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/>
            <a:t> System.out.println("Hello");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/>
            <a:t> }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/>
            <a:t>}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/>
            <a:t>// class MyUtils extends Utils {} // ❌ Error</a:t>
          </a:r>
        </a:p>
      </dsp:txBody>
      <dsp:txXfrm>
        <a:off x="0" y="1098814"/>
        <a:ext cx="9779182" cy="2268000"/>
      </dsp:txXfrm>
    </dsp:sp>
    <dsp:sp modelId="{63C525B5-CB6F-405E-90C4-17EA2598F26F}">
      <dsp:nvSpPr>
        <dsp:cNvPr id="0" name=""/>
        <dsp:cNvSpPr/>
      </dsp:nvSpPr>
      <dsp:spPr>
        <a:xfrm>
          <a:off x="488959" y="824807"/>
          <a:ext cx="6845427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8741" tIns="0" rIns="25874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Example: </a:t>
          </a:r>
          <a:endParaRPr lang="en-US" sz="1800" kern="1200"/>
        </a:p>
      </dsp:txBody>
      <dsp:txXfrm>
        <a:off x="514898" y="850746"/>
        <a:ext cx="6793549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A661-9046-2D74-5CD5-CF14D374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2FC61-8992-4EFC-1913-A2C14A740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4A316-3FDC-C68D-70BE-10AC0BF40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69CB1-16F3-DC10-5EB6-D8A3A4936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091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9D3B0-B86E-E071-D22B-6A45B9FC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E272B0-7166-2496-3F7C-59AA76E65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A9187-9373-38E7-CD44-F8C27903D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1957B-F4BC-C50C-0495-2DB984CFE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19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7865-820F-AF4C-787B-39F3B393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65ACC-BD36-3807-C570-80CBFD513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8BA08-D555-5CC8-068C-8EAEBD039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CB067-5A00-94B4-19A3-15D74B501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238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979F-6DEA-C48B-5DC9-DC599CE5F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160B3-BA06-E351-F868-51BA8F18F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01B10-A29E-E7E0-8440-9A895041D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48695-8706-352B-4288-DC5C4AE01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4187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DAFE4-3EA5-B8E1-2D48-79791963B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814FE-0C39-6F1D-0113-36B4C1E31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43C5E-0A1E-08B7-8ECA-2BB3D6BF0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E4703-562B-E386-D086-04129D703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670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FF327-A526-38CB-961C-C7B9E64EF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738CE-77E3-F12E-544F-11B7B5188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2B258-9CA3-9351-10BB-E9C5022FE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84709-B0C6-496E-2FBE-0AA71169A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815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87DF0-6FD1-B9E0-0912-823B79CD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56C0A-72CB-DFCA-8731-70759DB26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AACAF-FAF5-54C0-2FD8-742A53AAB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08A85-10A4-D99A-FE8C-55090AACE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19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D9538-2562-7F21-58D9-576D9BD2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9D67D-B19A-116D-7F60-94D2B1843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38139-C168-0009-6030-7B03A4F23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F0EB1-ECBB-7B01-88D7-85B5E505C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06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eibeld.net/java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ev.twsiyuan.com/2016/12/create-windows-service-using-nssm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pngall.com/java-png/download/685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pngall.com/java-png/download/6858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pngall.com/java-png/download/6858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pngall.com/java-png/download/6858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pngall.com/java-png/download/6858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pngall.com/java-png/download/6858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pngall.com/java-png/download/6858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25" y="1048990"/>
            <a:ext cx="10827862" cy="3830130"/>
          </a:xfrm>
        </p:spPr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Java OOP</a:t>
            </a:r>
            <a:br>
              <a:rPr lang="en-US" u="sng">
                <a:solidFill>
                  <a:srgbClr val="FF0000"/>
                </a:solidFill>
              </a:rPr>
            </a:br>
            <a:br>
              <a:rPr lang="en-US"/>
            </a:br>
            <a:r>
              <a:rPr lang="en-US"/>
              <a:t>Object-Oriented Programming</a:t>
            </a:r>
            <a:br>
              <a:rPr lang="en-US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FF136-1328-4BEA-EE04-2DBB815F3D17}"/>
              </a:ext>
            </a:extLst>
          </p:cNvPr>
          <p:cNvSpPr txBox="1"/>
          <p:nvPr/>
        </p:nvSpPr>
        <p:spPr>
          <a:xfrm>
            <a:off x="3798277" y="5275385"/>
            <a:ext cx="4170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By: </a:t>
            </a:r>
            <a:r>
              <a:rPr lang="en-US" dirty="0"/>
              <a:t>Ahmed Hegazy Mohamed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5486400" cy="4114800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 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CA2FB5B-570E-D181-A4B1-1DCB61C089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456"/>
          <a:stretch>
            <a:fillRect/>
          </a:stretch>
        </p:blipFill>
        <p:spPr>
          <a:xfrm>
            <a:off x="7183438" y="1168400"/>
            <a:ext cx="4500562" cy="4521200"/>
          </a:xfrm>
          <a:noFill/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937983"/>
          </a:xfrm>
        </p:spPr>
        <p:txBody>
          <a:bodyPr anchor="b">
            <a:normAutofit/>
          </a:bodyPr>
          <a:lstStyle/>
          <a:p>
            <a:r>
              <a:rPr lang="en-US" dirty="0"/>
              <a:t>What is Java OOP?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4BD9388-5240-1504-0C83-6F819A507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8783763"/>
              </p:ext>
            </p:extLst>
          </p:nvPr>
        </p:nvGraphicFramePr>
        <p:xfrm>
          <a:off x="241160" y="1040005"/>
          <a:ext cx="11666137" cy="4777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5486400" cy="4114800"/>
          </a:xfrm>
        </p:spPr>
        <p:txBody>
          <a:bodyPr anchor="ctr">
            <a:normAutofit/>
          </a:bodyPr>
          <a:lstStyle/>
          <a:p>
            <a:r>
              <a:rPr lang="en-US" dirty="0"/>
              <a:t>Key Concepts of Java OOP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0F156AA-72C0-7BB0-5D67-E468FF64777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6963" r="26590" b="-2"/>
          <a:stretch>
            <a:fillRect/>
          </a:stretch>
        </p:blipFill>
        <p:spPr>
          <a:xfrm>
            <a:off x="7183438" y="1168400"/>
            <a:ext cx="4500562" cy="4521200"/>
          </a:xfrm>
          <a:noFill/>
        </p:spPr>
      </p:pic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Key Concepts of Java OOP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DD1EE981-360E-7E2E-1087-278334D42D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225697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7BE10-ED98-0A6B-4CBE-CD8075B3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2739-ABC8-81B7-9125-0DF3230E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6226366" cy="4114800"/>
          </a:xfrm>
        </p:spPr>
        <p:txBody>
          <a:bodyPr anchor="ctr">
            <a:normAutofit/>
          </a:bodyPr>
          <a:lstStyle/>
          <a:p>
            <a:r>
              <a:rPr lang="en-US" dirty="0"/>
              <a:t>Classes</a:t>
            </a:r>
            <a:br>
              <a:rPr lang="en-US" dirty="0"/>
            </a:br>
            <a:r>
              <a:rPr lang="en-US" dirty="0"/>
              <a:t>Objects</a:t>
            </a:r>
            <a:br>
              <a:rPr lang="en-US" dirty="0"/>
            </a:br>
            <a:r>
              <a:rPr lang="en-US" dirty="0"/>
              <a:t>Access Modifiers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0668DC6-0DBB-3297-5100-992B5B860AC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82" b="282"/>
          <a:stretch/>
        </p:blipFill>
        <p:spPr>
          <a:xfrm>
            <a:off x="7183438" y="1168400"/>
            <a:ext cx="4500562" cy="4521200"/>
          </a:xfrm>
          <a:noFill/>
        </p:spPr>
      </p:pic>
    </p:spTree>
    <p:extLst>
      <p:ext uri="{BB962C8B-B14F-4D97-AF65-F5344CB8AC3E}">
        <p14:creationId xmlns:p14="http://schemas.microsoft.com/office/powerpoint/2010/main" val="138352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45E0E-4C07-AE33-289C-DDF94426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37D3F3-1FAE-C5FA-46BC-D61948F2D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Classes in Java?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DDABD586-02D0-F523-4B40-FDA291A096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234783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24273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05C5A-BEAC-0344-13D8-AD114E9E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Declaration of class 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A311AC6-28E8-8101-DBB6-6FAF0D6C9F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3595913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4937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8BF2-C745-720D-747D-549ACD603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Objects in java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E2EC0E26-F0C7-65FE-7A5C-1BD6E3204F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7935840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0320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CC32-71AA-88C8-4BA6-82285895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3D2CF-B752-693B-F21F-447E903E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Declaration of object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3E0F0-983C-9422-93E1-41D0015D5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myCar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new Car();</a:t>
            </a:r>
          </a:p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myCar.color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"Red";</a:t>
            </a:r>
          </a:p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myCar.speed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100;</a:t>
            </a:r>
          </a:p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myCar.drive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823623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62793-8B99-8AC9-1AF2-53B8A2EF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 in java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E9466-42E3-572D-6A0B-1A0A4F1E4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Access Modifiers</a:t>
            </a:r>
            <a:r>
              <a:rPr lang="en-US" dirty="0"/>
              <a:t> in Java define the </a:t>
            </a:r>
            <a:r>
              <a:rPr lang="en-US" b="1" dirty="0"/>
              <a:t>visibility and accessibility</a:t>
            </a:r>
            <a:r>
              <a:rPr lang="en-US" dirty="0"/>
              <a:t> of </a:t>
            </a:r>
            <a:r>
              <a:rPr lang="en-US" b="1" dirty="0"/>
              <a:t>classes, methods, and variables</a:t>
            </a:r>
            <a:r>
              <a:rPr lang="en-US" dirty="0"/>
              <a:t>. They control </a:t>
            </a:r>
            <a:r>
              <a:rPr lang="en-US" b="1" dirty="0"/>
              <a:t>which parts of your program can use certain code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CDE929-A835-4FA7-5C4D-09415E9CF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311958"/>
              </p:ext>
            </p:extLst>
          </p:nvPr>
        </p:nvGraphicFramePr>
        <p:xfrm>
          <a:off x="333455" y="3700874"/>
          <a:ext cx="10963435" cy="18288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192687">
                  <a:extLst>
                    <a:ext uri="{9D8B030D-6E8A-4147-A177-3AD203B41FA5}">
                      <a16:colId xmlns:a16="http://schemas.microsoft.com/office/drawing/2014/main" val="1914198690"/>
                    </a:ext>
                  </a:extLst>
                </a:gridCol>
                <a:gridCol w="2192687">
                  <a:extLst>
                    <a:ext uri="{9D8B030D-6E8A-4147-A177-3AD203B41FA5}">
                      <a16:colId xmlns:a16="http://schemas.microsoft.com/office/drawing/2014/main" val="2095800097"/>
                    </a:ext>
                  </a:extLst>
                </a:gridCol>
                <a:gridCol w="2192687">
                  <a:extLst>
                    <a:ext uri="{9D8B030D-6E8A-4147-A177-3AD203B41FA5}">
                      <a16:colId xmlns:a16="http://schemas.microsoft.com/office/drawing/2014/main" val="856730487"/>
                    </a:ext>
                  </a:extLst>
                </a:gridCol>
                <a:gridCol w="2192687">
                  <a:extLst>
                    <a:ext uri="{9D8B030D-6E8A-4147-A177-3AD203B41FA5}">
                      <a16:colId xmlns:a16="http://schemas.microsoft.com/office/drawing/2014/main" val="2675152371"/>
                    </a:ext>
                  </a:extLst>
                </a:gridCol>
                <a:gridCol w="2192687">
                  <a:extLst>
                    <a:ext uri="{9D8B030D-6E8A-4147-A177-3AD203B41FA5}">
                      <a16:colId xmlns:a16="http://schemas.microsoft.com/office/drawing/2014/main" val="2410859745"/>
                    </a:ext>
                  </a:extLst>
                </a:gridCol>
              </a:tblGrid>
              <a:tr h="303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World (anywhere)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109098"/>
                  </a:ext>
                </a:extLst>
              </a:tr>
              <a:tr h="303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159668"/>
                  </a:ext>
                </a:extLst>
              </a:tr>
              <a:tr h="303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default*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753622"/>
                  </a:ext>
                </a:extLst>
              </a:tr>
              <a:tr h="303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358051"/>
                  </a:ext>
                </a:extLst>
              </a:tr>
              <a:tr h="303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public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657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250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0B1E-7D09-E169-C570-8B7185409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6818B-EFA9-8454-5304-9708A49F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6226366" cy="4114800"/>
          </a:xfrm>
        </p:spPr>
        <p:txBody>
          <a:bodyPr anchor="ctr">
            <a:normAutofit/>
          </a:bodyPr>
          <a:lstStyle/>
          <a:p>
            <a:r>
              <a:rPr lang="en-US" dirty="0"/>
              <a:t>Encapsulation 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A57EA11-A1C2-12F2-F989-8867EEC0390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82" b="282"/>
          <a:stretch/>
        </p:blipFill>
        <p:spPr>
          <a:xfrm>
            <a:off x="7183438" y="1168400"/>
            <a:ext cx="4500562" cy="4521200"/>
          </a:xfrm>
          <a:noFill/>
        </p:spPr>
      </p:pic>
    </p:spTree>
    <p:extLst>
      <p:ext uri="{BB962C8B-B14F-4D97-AF65-F5344CB8AC3E}">
        <p14:creationId xmlns:p14="http://schemas.microsoft.com/office/powerpoint/2010/main" val="2190068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B7DBF-0511-EEB5-34C6-674D5F69A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Encapsulation in java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6F658AA-8041-309E-9BBB-D183947E1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8205118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2151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17432-740C-F252-81A1-9A124C203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in java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F0B5C-BF2B-629E-2CDF-1C78EE457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38333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class Person {</a:t>
            </a:r>
          </a:p>
          <a:p>
            <a:r>
              <a:rPr lang="en-US" dirty="0"/>
              <a:t>    private String name;</a:t>
            </a:r>
          </a:p>
          <a:p>
            <a:r>
              <a:rPr lang="en-US" dirty="0"/>
              <a:t>    public void </a:t>
            </a:r>
            <a:r>
              <a:rPr lang="en-US" dirty="0" err="1"/>
              <a:t>setName</a:t>
            </a:r>
            <a:r>
              <a:rPr lang="en-US" dirty="0"/>
              <a:t>(String n) {</a:t>
            </a:r>
          </a:p>
          <a:p>
            <a:r>
              <a:rPr lang="en-US" dirty="0"/>
              <a:t>        name = n;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String </a:t>
            </a:r>
            <a:r>
              <a:rPr lang="en-US" dirty="0" err="1"/>
              <a:t>getName</a:t>
            </a:r>
            <a:r>
              <a:rPr lang="en-US" dirty="0"/>
              <a:t>() {</a:t>
            </a:r>
          </a:p>
          <a:p>
            <a:r>
              <a:rPr lang="en-US" dirty="0"/>
              <a:t>        return name;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Person p = new Person();</a:t>
            </a:r>
          </a:p>
          <a:p>
            <a:r>
              <a:rPr lang="en-US" dirty="0" err="1"/>
              <a:t>p.setName</a:t>
            </a:r>
            <a:r>
              <a:rPr lang="en-US" dirty="0"/>
              <a:t>("Ahmed");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p.getName</a:t>
            </a:r>
            <a:r>
              <a:rPr lang="en-US" dirty="0"/>
              <a:t>()); // Ahmed</a:t>
            </a:r>
          </a:p>
        </p:txBody>
      </p:sp>
    </p:spTree>
    <p:extLst>
      <p:ext uri="{BB962C8B-B14F-4D97-AF65-F5344CB8AC3E}">
        <p14:creationId xmlns:p14="http://schemas.microsoft.com/office/powerpoint/2010/main" val="448844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38CA-43C4-16E3-6395-0DBC5ACE1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9677-F56D-2CC5-E194-3F7B6785C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6226366" cy="4114800"/>
          </a:xfrm>
        </p:spPr>
        <p:txBody>
          <a:bodyPr anchor="ctr">
            <a:normAutofit/>
          </a:bodyPr>
          <a:lstStyle/>
          <a:p>
            <a:r>
              <a:rPr lang="en-US" dirty="0"/>
              <a:t>Inheritance  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769EF0A-D506-23D9-2E30-E17107B296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82" b="282"/>
          <a:stretch/>
        </p:blipFill>
        <p:spPr>
          <a:xfrm>
            <a:off x="7183438" y="1168400"/>
            <a:ext cx="4500562" cy="4521200"/>
          </a:xfrm>
          <a:noFill/>
        </p:spPr>
      </p:pic>
    </p:spTree>
    <p:extLst>
      <p:ext uri="{BB962C8B-B14F-4D97-AF65-F5344CB8AC3E}">
        <p14:creationId xmlns:p14="http://schemas.microsoft.com/office/powerpoint/2010/main" val="1220803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CAD4-C6AF-9589-CCFE-0E9F74BE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Inheritance in java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848FC1E-089B-080A-919F-55FBD9CB01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541667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905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F6E0-680D-65CD-DA8C-AA51BB2EE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in java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5AA22-E006-5602-F1CB-5824446E6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39490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class Animal {</a:t>
            </a:r>
          </a:p>
          <a:p>
            <a:r>
              <a:rPr lang="en-US" dirty="0"/>
              <a:t>    void eat()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("Animal eats food");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class Dog extends Animal {</a:t>
            </a:r>
          </a:p>
          <a:p>
            <a:r>
              <a:rPr lang="en-US" dirty="0"/>
              <a:t>    void bark()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("Dog barks");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Dog d = new Dog();</a:t>
            </a:r>
          </a:p>
          <a:p>
            <a:r>
              <a:rPr lang="en-US" dirty="0" err="1"/>
              <a:t>d.eat</a:t>
            </a:r>
            <a:r>
              <a:rPr lang="en-US" dirty="0"/>
              <a:t>();  // inherited</a:t>
            </a:r>
          </a:p>
          <a:p>
            <a:r>
              <a:rPr lang="en-US" dirty="0" err="1"/>
              <a:t>d.bark</a:t>
            </a:r>
            <a:r>
              <a:rPr lang="en-US" dirty="0"/>
              <a:t>(); // own method</a:t>
            </a:r>
          </a:p>
        </p:txBody>
      </p:sp>
    </p:spTree>
    <p:extLst>
      <p:ext uri="{BB962C8B-B14F-4D97-AF65-F5344CB8AC3E}">
        <p14:creationId xmlns:p14="http://schemas.microsoft.com/office/powerpoint/2010/main" val="4263508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0A76D-D1F1-C6A6-73B3-D6E3F247A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B821-89FF-3679-BBCC-C79F1164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6226366" cy="4114800"/>
          </a:xfrm>
        </p:spPr>
        <p:txBody>
          <a:bodyPr anchor="ctr">
            <a:normAutofit/>
          </a:bodyPr>
          <a:lstStyle/>
          <a:p>
            <a:r>
              <a:rPr lang="en-US" dirty="0"/>
              <a:t>Polymorphism   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9B05B44-68F5-0E57-9A22-053A6C70FB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82" b="282"/>
          <a:stretch/>
        </p:blipFill>
        <p:spPr>
          <a:xfrm>
            <a:off x="7183438" y="1168400"/>
            <a:ext cx="4500562" cy="4521200"/>
          </a:xfrm>
          <a:noFill/>
        </p:spPr>
      </p:pic>
    </p:spTree>
    <p:extLst>
      <p:ext uri="{BB962C8B-B14F-4D97-AF65-F5344CB8AC3E}">
        <p14:creationId xmlns:p14="http://schemas.microsoft.com/office/powerpoint/2010/main" val="1402601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30D5-6C97-9B32-4818-433A23C9C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anchor="b">
            <a:normAutofit/>
          </a:bodyPr>
          <a:lstStyle/>
          <a:p>
            <a:r>
              <a:rPr lang="en-US" dirty="0"/>
              <a:t>Polymorphism in java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BB13146-5009-84DF-29B7-5DD685ADA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1652144"/>
              </p:ext>
            </p:extLst>
          </p:nvPr>
        </p:nvGraphicFramePr>
        <p:xfrm>
          <a:off x="1167493" y="2084832"/>
          <a:ext cx="9779182" cy="3366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1287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6310-B24C-782C-2E52-1ECEC3095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in java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CC300-DEAB-6397-831C-638AEB985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23286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class Animal {</a:t>
            </a:r>
          </a:p>
          <a:p>
            <a:r>
              <a:rPr lang="en-US" dirty="0"/>
              <a:t>    void sound()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("Some sound");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class Cat extends Animal {</a:t>
            </a:r>
          </a:p>
          <a:p>
            <a:r>
              <a:rPr lang="en-US" dirty="0"/>
              <a:t>    void sound()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("Meow");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Animal a = new Cat();</a:t>
            </a:r>
          </a:p>
          <a:p>
            <a:r>
              <a:rPr lang="en-US" dirty="0" err="1"/>
              <a:t>a.sound</a:t>
            </a:r>
            <a:r>
              <a:rPr lang="en-US" dirty="0"/>
              <a:t>(); // Meow (runtime polymorphism)</a:t>
            </a:r>
          </a:p>
        </p:txBody>
      </p:sp>
    </p:spTree>
    <p:extLst>
      <p:ext uri="{BB962C8B-B14F-4D97-AF65-F5344CB8AC3E}">
        <p14:creationId xmlns:p14="http://schemas.microsoft.com/office/powerpoint/2010/main" val="613161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E87A9-8FCF-0E9F-FC8A-32AA8217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01E67-AB78-20BF-D2DE-BF4D46DC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6226366" cy="4114800"/>
          </a:xfrm>
        </p:spPr>
        <p:txBody>
          <a:bodyPr anchor="ctr">
            <a:normAutofit/>
          </a:bodyPr>
          <a:lstStyle/>
          <a:p>
            <a:r>
              <a:rPr lang="en-US" dirty="0"/>
              <a:t>Abstraction   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8DAFD78-B827-1769-B4AB-4F8472B8D4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82" b="282"/>
          <a:stretch/>
        </p:blipFill>
        <p:spPr>
          <a:xfrm>
            <a:off x="7183438" y="1168400"/>
            <a:ext cx="4500562" cy="4521200"/>
          </a:xfrm>
          <a:noFill/>
        </p:spPr>
      </p:pic>
    </p:spTree>
    <p:extLst>
      <p:ext uri="{BB962C8B-B14F-4D97-AF65-F5344CB8AC3E}">
        <p14:creationId xmlns:p14="http://schemas.microsoft.com/office/powerpoint/2010/main" val="4175145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B61F-0CF0-0885-AC8E-D2EDA21AC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Abstraction in java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8209047-4CC6-5046-6813-7179D5EC96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898487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332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E8-8146-EEBE-5E95-881C3F44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in java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10E24-CEA5-2F81-E909-3C1299ED1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62640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abstract class Shape {</a:t>
            </a:r>
          </a:p>
          <a:p>
            <a:r>
              <a:rPr lang="en-US" dirty="0"/>
              <a:t>    abstract void area();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class Circle extends Shape {</a:t>
            </a:r>
          </a:p>
          <a:p>
            <a:r>
              <a:rPr lang="en-US" dirty="0"/>
              <a:t>    int radius;</a:t>
            </a:r>
          </a:p>
          <a:p>
            <a:r>
              <a:rPr lang="en-US" dirty="0"/>
              <a:t>    Circle(int r) { radius = r; }</a:t>
            </a:r>
          </a:p>
          <a:p>
            <a:r>
              <a:rPr lang="en-US" dirty="0"/>
              <a:t>    void area()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("Area: " + (3.14 * radius * radius));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Circle c = new Circle(5);</a:t>
            </a:r>
          </a:p>
          <a:p>
            <a:r>
              <a:rPr lang="en-US" dirty="0" err="1"/>
              <a:t>c.area</a:t>
            </a:r>
            <a:r>
              <a:rPr lang="en-US" dirty="0"/>
              <a:t>(); // Area: 78.5</a:t>
            </a:r>
          </a:p>
        </p:txBody>
      </p:sp>
    </p:spTree>
    <p:extLst>
      <p:ext uri="{BB962C8B-B14F-4D97-AF65-F5344CB8AC3E}">
        <p14:creationId xmlns:p14="http://schemas.microsoft.com/office/powerpoint/2010/main" val="2017084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ADDB3-0A9D-CBE4-C5E0-577E7B190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AAFB8-E058-D89B-84FA-266018EE1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6226366" cy="4114800"/>
          </a:xfrm>
        </p:spPr>
        <p:txBody>
          <a:bodyPr anchor="ctr">
            <a:normAutofit/>
          </a:bodyPr>
          <a:lstStyle/>
          <a:p>
            <a:r>
              <a:rPr lang="en-US" dirty="0"/>
              <a:t>Interfaces   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87AEA8B-6D92-2800-A7ED-4A4F7B03211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82" b="282"/>
          <a:stretch/>
        </p:blipFill>
        <p:spPr>
          <a:xfrm>
            <a:off x="7183438" y="1168400"/>
            <a:ext cx="4500562" cy="4521200"/>
          </a:xfrm>
          <a:noFill/>
        </p:spPr>
      </p:pic>
    </p:spTree>
    <p:extLst>
      <p:ext uri="{BB962C8B-B14F-4D97-AF65-F5344CB8AC3E}">
        <p14:creationId xmlns:p14="http://schemas.microsoft.com/office/powerpoint/2010/main" val="3704410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910BF-5275-920C-D345-09B34FAFD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anchor="b">
            <a:normAutofit/>
          </a:bodyPr>
          <a:lstStyle/>
          <a:p>
            <a:r>
              <a:rPr lang="en-US" dirty="0"/>
              <a:t>Interfaces in java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412AE672-74DD-44C7-D9D2-BD943C731D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838236"/>
              </p:ext>
            </p:extLst>
          </p:nvPr>
        </p:nvGraphicFramePr>
        <p:xfrm>
          <a:off x="474563" y="1817224"/>
          <a:ext cx="10799180" cy="4904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8196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2919-8EBE-8647-9A9F-FDB91A88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in java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61DB1-DB29-9CB8-3FF8-B16731F25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Vehicle {</a:t>
            </a:r>
          </a:p>
          <a:p>
            <a:r>
              <a:rPr lang="en-US" dirty="0"/>
              <a:t>    void start(); // abstract method</a:t>
            </a:r>
          </a:p>
          <a:p>
            <a:r>
              <a:rPr lang="en-US" dirty="0"/>
              <a:t>    void stop();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9183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31DF0-A3B5-4677-DE57-9BCB39189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04777-406C-E101-1F57-EE3A32886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614827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class Car implements Vehicle {</a:t>
            </a:r>
          </a:p>
          <a:p>
            <a:r>
              <a:rPr lang="en-US" dirty="0"/>
              <a:t>    public void start()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("Car starts");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void stop()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("Car stops");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public class Test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Car </a:t>
            </a:r>
            <a:r>
              <a:rPr lang="en-US" dirty="0" err="1"/>
              <a:t>myCar</a:t>
            </a:r>
            <a:r>
              <a:rPr lang="en-US" dirty="0"/>
              <a:t> = new Car();</a:t>
            </a:r>
          </a:p>
          <a:p>
            <a:r>
              <a:rPr lang="en-US" dirty="0"/>
              <a:t>        </a:t>
            </a:r>
            <a:r>
              <a:rPr lang="en-US" dirty="0" err="1"/>
              <a:t>myCar.start</a:t>
            </a:r>
            <a:r>
              <a:rPr lang="en-US" dirty="0"/>
              <a:t>(); // Car starts</a:t>
            </a:r>
          </a:p>
          <a:p>
            <a:r>
              <a:rPr lang="en-US" dirty="0"/>
              <a:t>        </a:t>
            </a:r>
            <a:r>
              <a:rPr lang="en-US" dirty="0" err="1"/>
              <a:t>myCar.stop</a:t>
            </a:r>
            <a:r>
              <a:rPr lang="en-US" dirty="0"/>
              <a:t>();  // Car stops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8152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72F1-4417-5BD7-C5DF-284D9F4DB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anchor="b">
            <a:normAutofit/>
          </a:bodyPr>
          <a:lstStyle/>
          <a:p>
            <a:r>
              <a:rPr lang="en-US" dirty="0"/>
              <a:t>Key Points about Interfaces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6EEDCA2-6D12-62EB-7063-38A1A4BC2D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6034100"/>
              </p:ext>
            </p:extLst>
          </p:nvPr>
        </p:nvGraphicFramePr>
        <p:xfrm>
          <a:off x="1167493" y="2084832"/>
          <a:ext cx="9779182" cy="3366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9484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5C5BB-C2CE-5848-6B4E-7FCD16B69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D2800-DEA5-A457-4CF6-B16F653CB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6226366" cy="4114800"/>
          </a:xfrm>
        </p:spPr>
        <p:txBody>
          <a:bodyPr anchor="ctr">
            <a:normAutofit/>
          </a:bodyPr>
          <a:lstStyle/>
          <a:p>
            <a:r>
              <a:rPr lang="en-US" dirty="0"/>
              <a:t>Final keyword 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8353607-AFF2-665E-A1FA-E1130EB3D51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82" b="282"/>
          <a:stretch/>
        </p:blipFill>
        <p:spPr>
          <a:xfrm>
            <a:off x="7183438" y="1168400"/>
            <a:ext cx="4500562" cy="4521200"/>
          </a:xfrm>
          <a:noFill/>
        </p:spPr>
      </p:pic>
    </p:spTree>
    <p:extLst>
      <p:ext uri="{BB962C8B-B14F-4D97-AF65-F5344CB8AC3E}">
        <p14:creationId xmlns:p14="http://schemas.microsoft.com/office/powerpoint/2010/main" val="2799777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88E48-81FF-9E7F-EB5E-4DBA4340B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Final keyword in java 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BB50F719-DCA8-2053-E354-76F0027150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722285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29686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06D6E-8416-63EC-DFD7-628EE6E4E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Final variable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D0E4E7C-8425-BBD7-BC13-6F0A107194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477298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530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B676-D648-EBC2-02F6-E0446419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C214-A955-C407-BB68-4B8F04C29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Final method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4EEF0A1-C1BF-A871-DF1F-F2B8483EB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2204672"/>
              </p:ext>
            </p:extLst>
          </p:nvPr>
        </p:nvGraphicFramePr>
        <p:xfrm>
          <a:off x="1158865" y="2017467"/>
          <a:ext cx="9779182" cy="4174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363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EFCCA-26DE-0FC8-83F0-5ABC2C8DC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B3A8B-CD28-A66D-29BF-4436C9FDC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Final class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E1A3062-23A4-02CB-7994-3F3C616C43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4341558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9974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/>
          <a:lstStyle/>
          <a:p>
            <a:r>
              <a:rPr lang="en-US" dirty="0"/>
              <a:t>Ahmed hegazy </a:t>
            </a:r>
            <a:r>
              <a:rPr lang="en-US" dirty="0" err="1"/>
              <a:t>mohamed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51</TotalTime>
  <Words>1009</Words>
  <Application>Microsoft Office PowerPoint</Application>
  <PresentationFormat>Widescreen</PresentationFormat>
  <Paragraphs>216</Paragraphs>
  <Slides>34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Tenorite</vt:lpstr>
      <vt:lpstr>Custom</vt:lpstr>
      <vt:lpstr>Java OOP  Object-Oriented Programming </vt:lpstr>
      <vt:lpstr>Introduction </vt:lpstr>
      <vt:lpstr>What is Java OOP?</vt:lpstr>
      <vt:lpstr>Key Concepts of Java OOP</vt:lpstr>
      <vt:lpstr>Key Concepts of Java OOP</vt:lpstr>
      <vt:lpstr>Classes Objects Access Modifiers</vt:lpstr>
      <vt:lpstr>Classes in Java?</vt:lpstr>
      <vt:lpstr>Declaration of class </vt:lpstr>
      <vt:lpstr>Objects in java</vt:lpstr>
      <vt:lpstr>Declaration of object </vt:lpstr>
      <vt:lpstr>Access Modifiers in java </vt:lpstr>
      <vt:lpstr>Encapsulation </vt:lpstr>
      <vt:lpstr>Encapsulation in java</vt:lpstr>
      <vt:lpstr>Encapsulation in java </vt:lpstr>
      <vt:lpstr>Inheritance  </vt:lpstr>
      <vt:lpstr>Inheritance in java </vt:lpstr>
      <vt:lpstr>Inheritance in java </vt:lpstr>
      <vt:lpstr>Polymorphism   </vt:lpstr>
      <vt:lpstr>Polymorphism in java </vt:lpstr>
      <vt:lpstr>Polymorphism in java </vt:lpstr>
      <vt:lpstr>Abstraction   </vt:lpstr>
      <vt:lpstr>Abstraction in java </vt:lpstr>
      <vt:lpstr>Abstraction in java </vt:lpstr>
      <vt:lpstr>Interfaces   </vt:lpstr>
      <vt:lpstr>Interfaces in java</vt:lpstr>
      <vt:lpstr>Interfaces in java </vt:lpstr>
      <vt:lpstr>Implementing an Interface</vt:lpstr>
      <vt:lpstr>Key Points about Interfaces</vt:lpstr>
      <vt:lpstr>Final keyword </vt:lpstr>
      <vt:lpstr>Final keyword in java </vt:lpstr>
      <vt:lpstr>Final variable</vt:lpstr>
      <vt:lpstr>Final method</vt:lpstr>
      <vt:lpstr>Final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hegazy</dc:creator>
  <cp:lastModifiedBy>ahmed hegazy</cp:lastModifiedBy>
  <cp:revision>1</cp:revision>
  <dcterms:created xsi:type="dcterms:W3CDTF">2026-03-23T09:41:10Z</dcterms:created>
  <dcterms:modified xsi:type="dcterms:W3CDTF">2026-03-23T10:32:30Z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